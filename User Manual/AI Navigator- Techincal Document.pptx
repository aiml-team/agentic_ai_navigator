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5"/>
    <p:sldMasterId id="2147483738" r:id="rId6"/>
  </p:sldMasterIdLst>
  <p:notesMasterIdLst>
    <p:notesMasterId r:id="rId15"/>
  </p:notesMasterIdLst>
  <p:handoutMasterIdLst>
    <p:handoutMasterId r:id="rId16"/>
  </p:handoutMasterIdLst>
  <p:sldIdLst>
    <p:sldId id="2147481399" r:id="rId7"/>
    <p:sldId id="2147481453" r:id="rId8"/>
    <p:sldId id="2147481428" r:id="rId9"/>
    <p:sldId id="2147481452" r:id="rId10"/>
    <p:sldId id="2147481418" r:id="rId11"/>
    <p:sldId id="2147481447" r:id="rId12"/>
    <p:sldId id="2147481445" r:id="rId13"/>
    <p:sldId id="2147481409" r:id="rId14"/>
  </p:sldIdLst>
  <p:sldSz cx="12192000" cy="6858000"/>
  <p:notesSz cx="6858000" cy="9144000"/>
  <p:custDataLst>
    <p:tags r:id="rId17"/>
  </p:custDataLst>
  <p:defaultTextStyle>
    <a:defPPr>
      <a:defRPr lang="en-US"/>
    </a:defPPr>
    <a:lvl1pPr marL="0" indent="0" algn="l" defTabSz="914400" rtl="0" eaLnBrk="1" latinLnBrk="0" hangingPunct="1">
      <a:lnSpc>
        <a:spcPct val="110000"/>
      </a:lnSpc>
      <a:spcBef>
        <a:spcPts val="600"/>
      </a:spcBef>
      <a:buFontTx/>
      <a:buNone/>
      <a:defRPr sz="1400" kern="1200">
        <a:solidFill>
          <a:schemeClr val="tx2"/>
        </a:solidFill>
        <a:latin typeface="+mn-lt"/>
        <a:ea typeface="+mn-ea"/>
        <a:cs typeface="+mn-cs"/>
      </a:defRPr>
    </a:lvl1pPr>
    <a:lvl2pPr marL="216000" indent="-216000" algn="l" defTabSz="914400" rtl="0" eaLnBrk="1" latinLnBrk="0" hangingPunct="1">
      <a:lnSpc>
        <a:spcPct val="90000"/>
      </a:lnSpc>
      <a:spcBef>
        <a:spcPts val="600"/>
      </a:spcBef>
      <a:buClr>
        <a:schemeClr val="accent1"/>
      </a:buClr>
      <a:buFont typeface="Wingdings" panose="05000000000000000000" pitchFamily="2" charset="2"/>
      <a:buChar char="§"/>
      <a:defRPr sz="1400" kern="1200">
        <a:solidFill>
          <a:schemeClr val="tx2"/>
        </a:solidFill>
        <a:latin typeface="+mn-lt"/>
        <a:ea typeface="+mn-ea"/>
        <a:cs typeface="+mn-cs"/>
      </a:defRPr>
    </a:lvl2pPr>
    <a:lvl3pPr marL="432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3pPr>
    <a:lvl4pPr marL="648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4pPr>
    <a:lvl5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9pPr>
  </p:defaultTextStyle>
  <p:extLst>
    <p:ext uri="{EFAFB233-063F-42B5-8137-9DF3F51BA10A}">
      <p15:sldGuideLst xmlns:p15="http://schemas.microsoft.com/office/powerpoint/2012/main">
        <p15:guide id="1" orient="horz" pos="210" userDrawn="1">
          <p15:clr>
            <a:srgbClr val="A4A3A4"/>
          </p15:clr>
        </p15:guide>
        <p15:guide id="4" orient="horz" pos="890" userDrawn="1">
          <p15:clr>
            <a:srgbClr val="A4A3A4"/>
          </p15:clr>
        </p15:guide>
        <p15:guide id="6"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ion Sztuka" initials="MS" lastIdx="1" clrIdx="0">
    <p:extLst>
      <p:ext uri="{19B8F6BF-5375-455C-9EA6-DF929625EA0E}">
        <p15:presenceInfo xmlns:p15="http://schemas.microsoft.com/office/powerpoint/2012/main" userId="S::marion.sztuka@strategy-compass.com::486c4479-caac-4d16-a015-cb07c99f9db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2BC"/>
    <a:srgbClr val="0A1637"/>
    <a:srgbClr val="6B6B6B"/>
    <a:srgbClr val="0F2051"/>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401A4AF6-95C6-4AA6-A552-55ACE4769191}">
  <a:tblStyle styleId="{401A4AF6-95C6-4AA6-A552-55ACE4769191}" styleName="NTT table">
    <a:wholeTbl>
      <a:tcTxStyle>
        <a:fontRef idx="minor">
          <a:prstClr val="black"/>
        </a:fontRef>
        <a:schemeClr val="dk2"/>
      </a:tcTxStyle>
      <a:tcStyle>
        <a:tcBdr>
          <a:left>
            <a:ln w="0" cmpd="sng">
              <a:solidFill>
                <a:schemeClr val="lt1"/>
              </a:solidFill>
            </a:ln>
          </a:left>
          <a:right>
            <a:ln w="0" cmpd="sng">
              <a:solidFill>
                <a:schemeClr val="lt1"/>
              </a:solidFill>
            </a:ln>
          </a:right>
          <a:top>
            <a:ln w="12700" cmpd="sng">
              <a:solidFill>
                <a:schemeClr val="dk1"/>
              </a:solidFill>
            </a:ln>
          </a:top>
          <a:bottom>
            <a:ln w="12700" cmpd="sng">
              <a:solidFill>
                <a:schemeClr val="dk1"/>
              </a:solidFill>
            </a:ln>
          </a:bottom>
          <a:insideH>
            <a:ln w="12700" cmpd="sng">
              <a:solidFill>
                <a:schemeClr val="dk1"/>
              </a:solidFill>
            </a:ln>
          </a:insideH>
          <a:insideV>
            <a:ln w="0" cmpd="sng">
              <a:solidFill>
                <a:schemeClr val="lt1"/>
              </a:solidFill>
            </a:ln>
          </a:insideV>
        </a:tcBdr>
      </a:tcStyle>
    </a:wholeTbl>
    <a:band1H>
      <a:tcStyle>
        <a:tcBdr/>
      </a:tcStyle>
    </a:band1H>
    <a:band2H>
      <a:tcStyle>
        <a:tcBdr/>
      </a:tcStyle>
    </a:band2H>
    <a:band1V>
      <a:tcStyle>
        <a:tcBdr/>
      </a:tcStyle>
    </a:band1V>
    <a:band2V>
      <a:tcStyle>
        <a:tcBdr/>
      </a:tcStyle>
    </a:band2V>
    <a:lastCol>
      <a:tcTxStyle b="off">
        <a:fontRef idx="minor">
          <a:prstClr val="black"/>
        </a:fontRef>
        <a:schemeClr val="accent1"/>
      </a:tcTxStyle>
      <a:tcStyle>
        <a:tcBdr/>
      </a:tcStyle>
    </a:lastCol>
    <a:firstCol>
      <a:tcTxStyle b="off">
        <a:fontRef idx="minor">
          <a:prstClr val="black"/>
        </a:fontRef>
        <a:schemeClr val="accent1"/>
      </a:tcTxStyle>
      <a:tcStyle>
        <a:tcBdr/>
      </a:tcStyle>
    </a:firstCol>
    <a:lastRow>
      <a:tcTxStyle b="on">
        <a:fontRef idx="minor">
          <a:prstClr val="black"/>
        </a:fontRef>
        <a:schemeClr val="dk2"/>
      </a:tcTxStyle>
      <a:tcStyle>
        <a:tcBdr>
          <a:top>
            <a:ln w="28575" cmpd="sng">
              <a:solidFill>
                <a:schemeClr val="accent2"/>
              </a:solidFill>
            </a:ln>
          </a:top>
        </a:tcBdr>
      </a:tcStyle>
    </a:lastRow>
    <a:firstRow>
      <a:tcTxStyle b="off">
        <a:fontRef idx="minor">
          <a:prstClr val="black"/>
        </a:fontRef>
        <a:schemeClr val="accent1"/>
      </a:tcTxStyle>
      <a:tcStyle>
        <a:tcBdr>
          <a:bottom>
            <a:ln w="28575" cmpd="sng">
              <a:solidFill>
                <a:schemeClr val="accent2"/>
              </a:solidFill>
            </a:ln>
          </a:bottom>
        </a:tcBdr>
      </a:tcStyle>
    </a:firstRow>
  </a:tblStyl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1138" y="278"/>
      </p:cViewPr>
      <p:guideLst>
        <p:guide orient="horz" pos="210"/>
        <p:guide orient="horz" pos="89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5.xml"/><Relationship Id="rId5" Type="http://schemas.openxmlformats.org/officeDocument/2006/relationships/slideMaster" Target="slideMasters/slideMaster1.xml"/><Relationship Id="rId15" Type="http://schemas.openxmlformats.org/officeDocument/2006/relationships/notesMaster" Target="notesMasters/notesMaster1.xml"/><Relationship Id="rId10" Type="http://schemas.openxmlformats.org/officeDocument/2006/relationships/slide" Target="slides/slide4.xml"/><Relationship Id="rId19" Type="http://schemas.openxmlformats.org/officeDocument/2006/relationships/presProps" Target="presProps.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287C71A-58F0-45ED-A413-A81D731C9E4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solidFill>
                <a:schemeClr val="tx2"/>
              </a:solidFill>
            </a:endParaRPr>
          </a:p>
        </p:txBody>
      </p:sp>
      <p:sp>
        <p:nvSpPr>
          <p:cNvPr id="3" name="Date Placeholder 2">
            <a:extLst>
              <a:ext uri="{FF2B5EF4-FFF2-40B4-BE49-F238E27FC236}">
                <a16:creationId xmlns:a16="http://schemas.microsoft.com/office/drawing/2014/main" id="{64F64736-4490-41E5-B8D0-CC0B16AA5BD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A11D644-C5F6-4389-814D-7B11F6EE30B8}" type="datetimeFigureOut">
              <a:rPr lang="en-US" smtClean="0">
                <a:solidFill>
                  <a:schemeClr val="tx2"/>
                </a:solidFill>
              </a:rPr>
              <a:t>3/12/2026</a:t>
            </a:fld>
            <a:endParaRPr lang="en-US">
              <a:solidFill>
                <a:schemeClr val="tx2"/>
              </a:solidFill>
            </a:endParaRPr>
          </a:p>
        </p:txBody>
      </p:sp>
      <p:sp>
        <p:nvSpPr>
          <p:cNvPr id="4" name="Footer Placeholder 3">
            <a:extLst>
              <a:ext uri="{FF2B5EF4-FFF2-40B4-BE49-F238E27FC236}">
                <a16:creationId xmlns:a16="http://schemas.microsoft.com/office/drawing/2014/main" id="{719F4704-B844-4B30-8232-A066958C392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solidFill>
                <a:schemeClr val="tx2"/>
              </a:solidFill>
            </a:endParaRPr>
          </a:p>
        </p:txBody>
      </p:sp>
      <p:sp>
        <p:nvSpPr>
          <p:cNvPr id="5" name="Slide Number Placeholder 4">
            <a:extLst>
              <a:ext uri="{FF2B5EF4-FFF2-40B4-BE49-F238E27FC236}">
                <a16:creationId xmlns:a16="http://schemas.microsoft.com/office/drawing/2014/main" id="{CD58174B-A722-4D31-836F-28709BEFBA1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DA360D7-C980-43CF-BF4A-86160FC365E0}" type="slidenum">
              <a:rPr lang="en-US" smtClean="0">
                <a:solidFill>
                  <a:schemeClr val="tx2"/>
                </a:solidFill>
              </a:rPr>
              <a:t>‹#›</a:t>
            </a:fld>
            <a:endParaRPr lang="en-US">
              <a:solidFill>
                <a:schemeClr val="tx2"/>
              </a:solidFill>
            </a:endParaRPr>
          </a:p>
        </p:txBody>
      </p:sp>
    </p:spTree>
    <p:extLst>
      <p:ext uri="{BB962C8B-B14F-4D97-AF65-F5344CB8AC3E}">
        <p14:creationId xmlns:p14="http://schemas.microsoft.com/office/powerpoint/2010/main" val="22550264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solidFill>
                  <a:schemeClr val="tx2"/>
                </a:solidFill>
                <a:latin typeface="Arial" panose="020B06040202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solidFill>
                  <a:schemeClr val="tx2"/>
                </a:solidFill>
                <a:latin typeface="Arial" panose="020B0604020202020204" pitchFamily="34" charset="0"/>
              </a:defRPr>
            </a:lvl1pPr>
          </a:lstStyle>
          <a:p>
            <a:fld id="{58F5D356-0438-4495-B283-C41E12FE4BD0}" type="datetimeFigureOut">
              <a:rPr lang="en-US" smtClean="0"/>
              <a:pPr/>
              <a:t>3/12/2026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0" tIns="0" rIns="0" bIns="0" rtlCol="0">
            <a:noAutofit/>
          </a:bodyPr>
          <a:lstStyle/>
          <a:p>
            <a:pPr lvl="0" indent="0">
              <a:lnSpc>
                <a:spcPct val="110000"/>
              </a:lnSpc>
              <a:spcBef>
                <a:spcPts val="600"/>
              </a:spcBef>
              <a:buFontTx/>
              <a:buNone/>
            </a:pPr>
            <a:r>
              <a:rPr lang="en-US"/>
              <a:t>Click to edit Master text styles</a:t>
            </a:r>
          </a:p>
          <a:p>
            <a:pPr lvl="1" algn="l" defTabSz="914400" rtl="0" eaLnBrk="1" latinLnBrk="0" hangingPunct="1">
              <a:buClr>
                <a:schemeClr val="accent1"/>
              </a:buClr>
            </a:pPr>
            <a:r>
              <a:rPr lang="en-US"/>
              <a:t>Second level</a:t>
            </a:r>
          </a:p>
          <a:p>
            <a:pPr lvl="2" algn="l" defTabSz="914400" rtl="0" eaLnBrk="1" latinLnBrk="0" hangingPunct="1">
              <a:buFont typeface="Roboto" panose="02000000000000000000" pitchFamily="2" charset="0"/>
              <a:buChar char="–"/>
            </a:pPr>
            <a:r>
              <a:rPr lang="en-US"/>
              <a:t>Third level</a:t>
            </a:r>
          </a:p>
          <a:p>
            <a:pPr lvl="3" algn="l" defTabSz="914400" rtl="0" eaLnBrk="1" latinLnBrk="0" hangingPunct="1">
              <a:buFont typeface="Roboto" panose="02000000000000000000" pitchFamily="2" charset="0"/>
              <a:buChar char="–"/>
            </a:pPr>
            <a:r>
              <a:rPr lang="en-US"/>
              <a:t>Fourth level</a:t>
            </a:r>
          </a:p>
          <a:p>
            <a:pPr lvl="4" algn="l" defTabSz="914400" rtl="0" eaLnBrk="1" latinLnBrk="0" hangingPunct="1">
              <a:buFont typeface="Roboto" panose="02000000000000000000" pitchFamily="2" charset="0"/>
              <a:buChar char="–"/>
            </a:pPr>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solidFill>
                  <a:schemeClr val="tx2"/>
                </a:solidFill>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solidFill>
                  <a:schemeClr val="tx2"/>
                </a:solidFill>
                <a:latin typeface="Arial" panose="020B0604020202020204" pitchFamily="34" charset="0"/>
              </a:defRPr>
            </a:lvl1pPr>
          </a:lstStyle>
          <a:p>
            <a:fld id="{2081FCD0-0B3F-4662-A1E4-AB7FCE2F39E0}" type="slidenum">
              <a:rPr lang="en-US" smtClean="0"/>
              <a:pPr/>
              <a:t>‹#›</a:t>
            </a:fld>
            <a:endParaRPr lang="en-US"/>
          </a:p>
        </p:txBody>
      </p:sp>
    </p:spTree>
    <p:extLst>
      <p:ext uri="{BB962C8B-B14F-4D97-AF65-F5344CB8AC3E}">
        <p14:creationId xmlns:p14="http://schemas.microsoft.com/office/powerpoint/2010/main" val="2837309984"/>
      </p:ext>
    </p:extLst>
  </p:cSld>
  <p:clrMap bg1="lt1" tx1="dk1" bg2="lt2" tx2="dk2" accent1="accent1" accent2="accent2" accent3="accent3" accent4="accent4" accent5="accent5" accent6="accent6" hlink="hlink" folHlink="folHlink"/>
  <p:notesStyle>
    <a:lvl1pPr marL="0" algn="l" defTabSz="914400" rtl="0" eaLnBrk="1" latinLnBrk="0" hangingPunct="1">
      <a:defRPr lang="en-US" sz="1400" kern="1200" dirty="0">
        <a:solidFill>
          <a:schemeClr val="tx2"/>
        </a:solidFill>
        <a:latin typeface="+mn-lt"/>
        <a:ea typeface="+mn-ea"/>
        <a:cs typeface="+mn-cs"/>
      </a:defRPr>
    </a:lvl1pPr>
    <a:lvl2pPr marL="216000" indent="-216000">
      <a:lnSpc>
        <a:spcPct val="90000"/>
      </a:lnSpc>
      <a:spcBef>
        <a:spcPts val="600"/>
      </a:spcBef>
      <a:buFont typeface="Wingdings" panose="05000000000000000000" pitchFamily="2" charset="2"/>
      <a:buChar char="§"/>
      <a:defRPr lang="en-US" sz="1400" kern="1200" dirty="0">
        <a:solidFill>
          <a:schemeClr val="tx2"/>
        </a:solidFill>
        <a:latin typeface="+mn-lt"/>
        <a:ea typeface="+mn-ea"/>
        <a:cs typeface="+mn-cs"/>
      </a:defRPr>
    </a:lvl2pPr>
    <a:lvl3pPr marL="432000" indent="-216000">
      <a:lnSpc>
        <a:spcPct val="90000"/>
      </a:lnSpc>
      <a:spcBef>
        <a:spcPts val="600"/>
      </a:spcBef>
      <a:buFont typeface="Wingdings" panose="05000000000000000000" pitchFamily="2" charset="2"/>
      <a:buChar char="§"/>
      <a:defRPr lang="en-US" sz="1400" kern="1200" dirty="0">
        <a:solidFill>
          <a:schemeClr val="tx2"/>
        </a:solidFill>
        <a:latin typeface="+mn-lt"/>
        <a:ea typeface="+mn-ea"/>
        <a:cs typeface="+mn-cs"/>
      </a:defRPr>
    </a:lvl3pPr>
    <a:lvl4pPr marL="648000" indent="-216000">
      <a:lnSpc>
        <a:spcPct val="90000"/>
      </a:lnSpc>
      <a:spcBef>
        <a:spcPts val="600"/>
      </a:spcBef>
      <a:buFont typeface="Wingdings" panose="05000000000000000000" pitchFamily="2" charset="2"/>
      <a:buChar char="§"/>
      <a:defRPr lang="en-US" sz="1400" kern="1200" dirty="0">
        <a:solidFill>
          <a:schemeClr val="tx2"/>
        </a:solidFill>
        <a:latin typeface="+mn-lt"/>
        <a:ea typeface="+mn-ea"/>
        <a:cs typeface="+mn-cs"/>
      </a:defRPr>
    </a:lvl4pPr>
    <a:lvl5pPr marL="864000" indent="-216000">
      <a:lnSpc>
        <a:spcPct val="90000"/>
      </a:lnSpc>
      <a:spcBef>
        <a:spcPts val="600"/>
      </a:spcBef>
      <a:buFont typeface="Wingdings" panose="05000000000000000000" pitchFamily="2" charset="2"/>
      <a:buChar char="§"/>
      <a:defRPr lang="en-US" sz="1400" kern="1200" dirty="0">
        <a:solidFill>
          <a:schemeClr val="tx2"/>
        </a:solidFill>
        <a:latin typeface="+mn-lt"/>
        <a:ea typeface="+mn-ea"/>
        <a:cs typeface="+mn-cs"/>
      </a:defRPr>
    </a:lvl5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a:p>
        </p:txBody>
      </p:sp>
      <p:sp>
        <p:nvSpPr>
          <p:cNvPr id="4" name="Foliennummernplatzhalter 3"/>
          <p:cNvSpPr>
            <a:spLocks noGrp="1"/>
          </p:cNvSpPr>
          <p:nvPr>
            <p:ph type="sldNum" sz="quarter" idx="5"/>
          </p:nvPr>
        </p:nvSpPr>
        <p:spPr/>
        <p:txBody>
          <a:bodyPr/>
          <a:lstStyle/>
          <a:p>
            <a:fld id="{2081FCD0-0B3F-4662-A1E4-AB7FCE2F39E0}" type="slidenum">
              <a:rPr lang="en-US" smtClean="0"/>
              <a:pPr/>
              <a:t>1</a:t>
            </a:fld>
            <a:endParaRPr lang="en-US"/>
          </a:p>
        </p:txBody>
      </p:sp>
    </p:spTree>
    <p:extLst>
      <p:ext uri="{BB962C8B-B14F-4D97-AF65-F5344CB8AC3E}">
        <p14:creationId xmlns:p14="http://schemas.microsoft.com/office/powerpoint/2010/main" val="36146015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081FCD0-0B3F-4662-A1E4-AB7FCE2F39E0}" type="slidenum">
              <a:rPr lang="en-US" smtClean="0"/>
              <a:pPr/>
              <a:t>3</a:t>
            </a:fld>
            <a:endParaRPr lang="en-US"/>
          </a:p>
        </p:txBody>
      </p:sp>
    </p:spTree>
    <p:extLst>
      <p:ext uri="{BB962C8B-B14F-4D97-AF65-F5344CB8AC3E}">
        <p14:creationId xmlns:p14="http://schemas.microsoft.com/office/powerpoint/2010/main" val="3452871698"/>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13.wmf"/><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14.wmf"/><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15.wmf"/><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A_Cover_Light_Full Innovation Curve">
    <p:spTree>
      <p:nvGrpSpPr>
        <p:cNvPr id="1" name=""/>
        <p:cNvGrpSpPr/>
        <p:nvPr/>
      </p:nvGrpSpPr>
      <p:grpSpPr>
        <a:xfrm>
          <a:off x="0" y="0"/>
          <a:ext cx="0" cy="0"/>
          <a:chOff x="0" y="0"/>
          <a:chExt cx="0" cy="0"/>
        </a:xfrm>
      </p:grpSpPr>
      <p:pic>
        <p:nvPicPr>
          <p:cNvPr id="14" name="Innovation Curve">
            <a:extLst>
              <a:ext uri="{FF2B5EF4-FFF2-40B4-BE49-F238E27FC236}">
                <a16:creationId xmlns:a16="http://schemas.microsoft.com/office/drawing/2014/main" id="{9211F747-506E-5ED4-9B68-EE6B3F99C90B}"/>
              </a:ext>
              <a:ext uri="{C183D7F6-B498-43B3-948B-1728B52AA6E4}">
                <adec:decorative xmlns:adec="http://schemas.microsoft.com/office/drawing/2017/decorative" val="1"/>
              </a:ext>
            </a:extLst>
          </p:cNvPr>
          <p:cNvPicPr>
            <a:picLocks noChangeAspect="1"/>
          </p:cNvPicPr>
          <p:nvPr userDrawn="1"/>
        </p:nvPicPr>
        <p:blipFill>
          <a:blip r:embed="rId2" cstate="screen">
            <a:alphaModFix amt="30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tretch>
            <a:fillRect/>
          </a:stretch>
        </p:blipFill>
        <p:spPr bwMode="gray">
          <a:xfrm>
            <a:off x="5322983" y="-14748"/>
            <a:ext cx="6872748" cy="6872748"/>
          </a:xfrm>
          <a:prstGeom prst="rect">
            <a:avLst/>
          </a:prstGeom>
        </p:spPr>
      </p:pic>
      <p:sp>
        <p:nvSpPr>
          <p:cNvPr id="16" name="Title 1">
            <a:extLst>
              <a:ext uri="{FF2B5EF4-FFF2-40B4-BE49-F238E27FC236}">
                <a16:creationId xmlns:a16="http://schemas.microsoft.com/office/drawing/2014/main" id="{1506BD0E-4DCD-8BA9-2037-DE975A1F0915}"/>
              </a:ext>
            </a:extLst>
          </p:cNvPr>
          <p:cNvSpPr>
            <a:spLocks noGrp="1"/>
          </p:cNvSpPr>
          <p:nvPr>
            <p:ph type="ctrTitle" hasCustomPrompt="1"/>
          </p:nvPr>
        </p:nvSpPr>
        <p:spPr bwMode="gray">
          <a:xfrm>
            <a:off x="380048" y="2438400"/>
            <a:ext cx="4843462" cy="1371600"/>
          </a:xfrm>
        </p:spPr>
        <p:txBody>
          <a:bodyPr vert="horz" lIns="0" tIns="45720" rIns="0" bIns="45720" rtlCol="0" anchor="b">
            <a:noAutofit/>
          </a:bodyPr>
          <a:lstStyle>
            <a:lvl1pPr>
              <a:defRPr lang="en-GB" sz="4400" b="0" i="0" dirty="0">
                <a:solidFill>
                  <a:schemeClr val="bg1"/>
                </a:solidFill>
                <a:latin typeface="+mj-lt"/>
                <a:cs typeface="Times New Roman" panose="02020603050405020304" pitchFamily="18" charset="0"/>
              </a:defRPr>
            </a:lvl1pPr>
          </a:lstStyle>
          <a:p>
            <a:pPr lvl="0">
              <a:lnSpc>
                <a:spcPct val="100000"/>
              </a:lnSpc>
            </a:pPr>
            <a:r>
              <a:rPr lang="en-US"/>
              <a:t>Click to edit Master title Style</a:t>
            </a:r>
          </a:p>
        </p:txBody>
      </p:sp>
      <p:sp>
        <p:nvSpPr>
          <p:cNvPr id="17" name="Subtitle 2">
            <a:extLst>
              <a:ext uri="{FF2B5EF4-FFF2-40B4-BE49-F238E27FC236}">
                <a16:creationId xmlns:a16="http://schemas.microsoft.com/office/drawing/2014/main" id="{DD68B773-8219-9567-613E-7A2F2D4F6C2B}"/>
              </a:ext>
            </a:extLst>
          </p:cNvPr>
          <p:cNvSpPr>
            <a:spLocks noGrp="1"/>
          </p:cNvSpPr>
          <p:nvPr>
            <p:ph type="subTitle" idx="1" hasCustomPrompt="1"/>
          </p:nvPr>
        </p:nvSpPr>
        <p:spPr bwMode="gray">
          <a:xfrm>
            <a:off x="380048" y="3810000"/>
            <a:ext cx="4843462" cy="353943"/>
          </a:xfrm>
        </p:spPr>
        <p:txBody>
          <a:bodyPr wrap="square" lIns="0" tIns="45720" rIns="0">
            <a:spAutoFit/>
          </a:bodyPr>
          <a:lstStyle>
            <a:lvl1pPr>
              <a:spcBef>
                <a:spcPts val="0"/>
              </a:spcBef>
              <a:spcAft>
                <a:spcPts val="0"/>
              </a:spcAft>
              <a:defRPr lang="en-GB" sz="2000" b="0" i="0" dirty="0">
                <a:solidFill>
                  <a:schemeClr val="bg1"/>
                </a:solidFill>
                <a:latin typeface="+mn-lt"/>
                <a:cs typeface="Arial" panose="020B0604020202020204" pitchFamily="34" charset="0"/>
              </a:defRPr>
            </a:lvl1pPr>
          </a:lstStyle>
          <a:p>
            <a:pPr lvl="0">
              <a:lnSpc>
                <a:spcPct val="100000"/>
              </a:lnSpc>
              <a:spcBef>
                <a:spcPts val="1000"/>
              </a:spcBef>
              <a:buFont typeface="Arial" panose="020B0604020202020204" pitchFamily="34" charset="0"/>
            </a:pPr>
            <a:r>
              <a:rPr lang="en-US"/>
              <a:t>Click to edit Master subtitle style</a:t>
            </a:r>
          </a:p>
        </p:txBody>
      </p:sp>
      <p:sp>
        <p:nvSpPr>
          <p:cNvPr id="2" name="Date Placeholder 3">
            <a:extLst>
              <a:ext uri="{FF2B5EF4-FFF2-40B4-BE49-F238E27FC236}">
                <a16:creationId xmlns:a16="http://schemas.microsoft.com/office/drawing/2014/main" id="{A9B553D8-6E2B-127F-58DE-5165236A2DF1}"/>
              </a:ext>
            </a:extLst>
          </p:cNvPr>
          <p:cNvSpPr>
            <a:spLocks noGrp="1"/>
          </p:cNvSpPr>
          <p:nvPr>
            <p:ph type="dt" sz="half" idx="2"/>
          </p:nvPr>
        </p:nvSpPr>
        <p:spPr bwMode="gray">
          <a:xfrm>
            <a:off x="10898505" y="6563358"/>
            <a:ext cx="922020" cy="88901"/>
          </a:xfrm>
          <a:prstGeom prst="rect">
            <a:avLst/>
          </a:prstGeom>
          <a:ln>
            <a:noFill/>
          </a:ln>
        </p:spPr>
        <p:txBody>
          <a:bodyPr vert="horz" lIns="0" tIns="0" rIns="0" bIns="0" rtlCol="0" anchor="ctr">
            <a:noAutofit/>
          </a:bodyPr>
          <a:lstStyle>
            <a:lvl1pPr algn="ctr">
              <a:lnSpc>
                <a:spcPct val="100000"/>
              </a:lnSpc>
              <a:defRPr sz="1000">
                <a:solidFill>
                  <a:schemeClr val="accent6"/>
                </a:solidFill>
              </a:defRPr>
            </a:lvl1pPr>
          </a:lstStyle>
          <a:p>
            <a:pPr algn="r"/>
            <a:fld id="{03189439-E447-415C-AF5D-221F2086F01A}" type="datetime1">
              <a:rPr lang="en-US" smtClean="0"/>
              <a:t>3/12/2026</a:t>
            </a:fld>
            <a:endParaRPr lang="en-US"/>
          </a:p>
        </p:txBody>
      </p:sp>
      <p:sp>
        <p:nvSpPr>
          <p:cNvPr id="3" name="Footer Placeholder 4">
            <a:extLst>
              <a:ext uri="{FF2B5EF4-FFF2-40B4-BE49-F238E27FC236}">
                <a16:creationId xmlns:a16="http://schemas.microsoft.com/office/drawing/2014/main" id="{0453B208-9097-2E2C-EC03-BD8A67670037}"/>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1000">
                <a:solidFill>
                  <a:schemeClr val="accent6"/>
                </a:solidFill>
              </a:defRPr>
            </a:lvl1pPr>
          </a:lstStyle>
          <a:p>
            <a:r>
              <a:rPr lang="en-US"/>
              <a:t>© 2023 NTT DATA Business Solutions</a:t>
            </a:r>
          </a:p>
        </p:txBody>
      </p:sp>
      <p:pic>
        <p:nvPicPr>
          <p:cNvPr id="4" name="NTT DATA Global Logo" descr="NTT DATA Logo">
            <a:extLst>
              <a:ext uri="{FF2B5EF4-FFF2-40B4-BE49-F238E27FC236}">
                <a16:creationId xmlns:a16="http://schemas.microsoft.com/office/drawing/2014/main" id="{07CD756B-D053-7A46-EC8E-FF1D6BF1F70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371475" y="320040"/>
            <a:ext cx="1959942" cy="399600"/>
          </a:xfrm>
          <a:prstGeom prst="rect">
            <a:avLst/>
          </a:prstGeom>
        </p:spPr>
      </p:pic>
      <p:sp>
        <p:nvSpPr>
          <p:cNvPr id="6" name="Info box">
            <a:extLst>
              <a:ext uri="{FF2B5EF4-FFF2-40B4-BE49-F238E27FC236}">
                <a16:creationId xmlns:a16="http://schemas.microsoft.com/office/drawing/2014/main" id="{E5857A3D-5E1B-B6B2-6DE4-DAB9237BB2E9}"/>
              </a:ext>
            </a:extLst>
          </p:cNvPr>
          <p:cNvSpPr>
            <a:spLocks noGrp="1"/>
          </p:cNvSpPr>
          <p:nvPr>
            <p:ph sz="quarter" idx="19" hasCustomPrompt="1"/>
          </p:nvPr>
        </p:nvSpPr>
        <p:spPr bwMode="gray">
          <a:xfrm>
            <a:off x="10176832" y="333376"/>
            <a:ext cx="1868023" cy="395869"/>
          </a:xfrm>
          <a:prstGeom prst="rect">
            <a:avLst/>
          </a:prstGeom>
          <a:ln>
            <a:noFill/>
          </a:ln>
        </p:spPr>
        <p:txBody>
          <a:bodyPr wrap="square" lIns="36000" tIns="36000" rIns="36000" bIns="36000">
            <a:spAutoFit/>
          </a:bodyPr>
          <a:lstStyle>
            <a:lvl1pPr>
              <a:lnSpc>
                <a:spcPct val="100000"/>
              </a:lnSpc>
              <a:spcBef>
                <a:spcPts val="0"/>
              </a:spcBef>
              <a:spcAft>
                <a:spcPts val="0"/>
              </a:spcAft>
              <a:defRPr sz="700">
                <a:solidFill>
                  <a:schemeClr val="accent6"/>
                </a:solidFill>
              </a:defRPr>
            </a:lvl1pPr>
          </a:lstStyle>
          <a:p>
            <a:pPr lvl="0"/>
            <a:r>
              <a:rPr lang="en-US" noProof="0"/>
              <a:t>Information Type:</a:t>
            </a:r>
            <a:br>
              <a:rPr lang="en-US" noProof="0"/>
            </a:br>
            <a:r>
              <a:rPr lang="en-US" noProof="0"/>
              <a:t>Company:  </a:t>
            </a:r>
            <a:br>
              <a:rPr lang="en-US" noProof="0"/>
            </a:br>
            <a:r>
              <a:rPr lang="en-US" noProof="0"/>
              <a:t>Information Owner:</a:t>
            </a:r>
          </a:p>
        </p:txBody>
      </p:sp>
    </p:spTree>
    <p:extLst>
      <p:ext uri="{BB962C8B-B14F-4D97-AF65-F5344CB8AC3E}">
        <p14:creationId xmlns:p14="http://schemas.microsoft.com/office/powerpoint/2010/main" val="29519860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_Cover_Light_Partial Innovation Curve">
    <p:spTree>
      <p:nvGrpSpPr>
        <p:cNvPr id="1" name=""/>
        <p:cNvGrpSpPr/>
        <p:nvPr/>
      </p:nvGrpSpPr>
      <p:grpSpPr>
        <a:xfrm>
          <a:off x="0" y="0"/>
          <a:ext cx="0" cy="0"/>
          <a:chOff x="0" y="0"/>
          <a:chExt cx="0" cy="0"/>
        </a:xfrm>
      </p:grpSpPr>
      <p:pic>
        <p:nvPicPr>
          <p:cNvPr id="16" name="Innovation Curve">
            <a:extLst>
              <a:ext uri="{FF2B5EF4-FFF2-40B4-BE49-F238E27FC236}">
                <a16:creationId xmlns:a16="http://schemas.microsoft.com/office/drawing/2014/main" id="{00ADE50C-F63B-648C-9FD0-E0FA384DFD0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r:embed="rId2" cstate="screen">
            <a:alphaModFix amt="20000"/>
            <a:extLst>
              <a:ext uri="{28A0092B-C50C-407E-A947-70E740481C1C}">
                <a14:useLocalDpi xmlns:a14="http://schemas.microsoft.com/office/drawing/2010/main"/>
              </a:ext>
            </a:extLst>
          </a:blip>
          <a:stretch>
            <a:fillRect/>
          </a:stretch>
        </p:blipFill>
        <p:spPr bwMode="gray">
          <a:xfrm>
            <a:off x="7616952" y="0"/>
            <a:ext cx="4602549" cy="6876288"/>
          </a:xfrm>
          <a:prstGeom prst="rect">
            <a:avLst/>
          </a:prstGeom>
        </p:spPr>
      </p:pic>
      <p:sp>
        <p:nvSpPr>
          <p:cNvPr id="13" name="Title 1">
            <a:extLst>
              <a:ext uri="{FF2B5EF4-FFF2-40B4-BE49-F238E27FC236}">
                <a16:creationId xmlns:a16="http://schemas.microsoft.com/office/drawing/2014/main" id="{82ADFA92-0E48-355A-2DA8-D40523A9A84F}"/>
              </a:ext>
            </a:extLst>
          </p:cNvPr>
          <p:cNvSpPr>
            <a:spLocks noGrp="1"/>
          </p:cNvSpPr>
          <p:nvPr>
            <p:ph type="ctrTitle" hasCustomPrompt="1"/>
          </p:nvPr>
        </p:nvSpPr>
        <p:spPr bwMode="gray">
          <a:xfrm>
            <a:off x="380048" y="2438400"/>
            <a:ext cx="6969876" cy="1371600"/>
          </a:xfrm>
        </p:spPr>
        <p:txBody>
          <a:bodyPr vert="horz" lIns="0" tIns="45720" rIns="0" bIns="45720" rtlCol="0" anchor="b">
            <a:noAutofit/>
          </a:bodyPr>
          <a:lstStyle>
            <a:lvl1pPr>
              <a:defRPr lang="en-GB" sz="4400" b="0" i="0" dirty="0">
                <a:solidFill>
                  <a:schemeClr val="bg1"/>
                </a:solidFill>
                <a:latin typeface="+mj-lt"/>
                <a:cs typeface="Times New Roman" panose="02020603050405020304" pitchFamily="18" charset="0"/>
              </a:defRPr>
            </a:lvl1pPr>
          </a:lstStyle>
          <a:p>
            <a:pPr lvl="0">
              <a:lnSpc>
                <a:spcPct val="100000"/>
              </a:lnSpc>
            </a:pPr>
            <a:r>
              <a:rPr lang="en-US"/>
              <a:t>Click to edit Master title Style</a:t>
            </a:r>
          </a:p>
        </p:txBody>
      </p:sp>
      <p:sp>
        <p:nvSpPr>
          <p:cNvPr id="15" name="Subtitle 2">
            <a:extLst>
              <a:ext uri="{FF2B5EF4-FFF2-40B4-BE49-F238E27FC236}">
                <a16:creationId xmlns:a16="http://schemas.microsoft.com/office/drawing/2014/main" id="{48B12889-37ED-D704-59B8-7CECF20BCF23}"/>
              </a:ext>
            </a:extLst>
          </p:cNvPr>
          <p:cNvSpPr>
            <a:spLocks noGrp="1"/>
          </p:cNvSpPr>
          <p:nvPr>
            <p:ph type="subTitle" idx="1" hasCustomPrompt="1"/>
          </p:nvPr>
        </p:nvSpPr>
        <p:spPr bwMode="gray">
          <a:xfrm>
            <a:off x="380048" y="3810000"/>
            <a:ext cx="6969876" cy="353943"/>
          </a:xfrm>
        </p:spPr>
        <p:txBody>
          <a:bodyPr wrap="square" lIns="0" tIns="45720" rIns="0">
            <a:spAutoFit/>
          </a:bodyPr>
          <a:lstStyle>
            <a:lvl1pPr>
              <a:spcBef>
                <a:spcPts val="0"/>
              </a:spcBef>
              <a:spcAft>
                <a:spcPts val="0"/>
              </a:spcAft>
              <a:defRPr lang="en-GB" sz="2000" b="0" i="0" dirty="0">
                <a:solidFill>
                  <a:schemeClr val="bg1"/>
                </a:solidFill>
                <a:latin typeface="+mn-lt"/>
                <a:cs typeface="Arial" panose="020B0604020202020204" pitchFamily="34" charset="0"/>
              </a:defRPr>
            </a:lvl1pPr>
          </a:lstStyle>
          <a:p>
            <a:pPr lvl="0">
              <a:lnSpc>
                <a:spcPct val="100000"/>
              </a:lnSpc>
              <a:spcBef>
                <a:spcPts val="1000"/>
              </a:spcBef>
              <a:buFont typeface="Arial" panose="020B0604020202020204" pitchFamily="34" charset="0"/>
            </a:pPr>
            <a:r>
              <a:rPr lang="en-US"/>
              <a:t>Click to edit Master subtitle style</a:t>
            </a:r>
          </a:p>
        </p:txBody>
      </p:sp>
      <p:sp>
        <p:nvSpPr>
          <p:cNvPr id="4" name="Footer Placeholder 4">
            <a:extLst>
              <a:ext uri="{FF2B5EF4-FFF2-40B4-BE49-F238E27FC236}">
                <a16:creationId xmlns:a16="http://schemas.microsoft.com/office/drawing/2014/main" id="{655333B3-E5F2-A1A8-F59F-D7085B34A148}"/>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1000">
                <a:solidFill>
                  <a:schemeClr val="accent6"/>
                </a:solidFill>
              </a:defRPr>
            </a:lvl1pPr>
          </a:lstStyle>
          <a:p>
            <a:r>
              <a:rPr lang="en-US"/>
              <a:t>© 2023 NTT DATA Business Solutions</a:t>
            </a:r>
          </a:p>
        </p:txBody>
      </p:sp>
      <p:sp>
        <p:nvSpPr>
          <p:cNvPr id="3" name="Date Placeholder 3">
            <a:extLst>
              <a:ext uri="{FF2B5EF4-FFF2-40B4-BE49-F238E27FC236}">
                <a16:creationId xmlns:a16="http://schemas.microsoft.com/office/drawing/2014/main" id="{F00FCC36-8879-E02B-48F4-D31C54AAA166}"/>
              </a:ext>
            </a:extLst>
          </p:cNvPr>
          <p:cNvSpPr>
            <a:spLocks noGrp="1"/>
          </p:cNvSpPr>
          <p:nvPr>
            <p:ph type="dt" sz="half" idx="2"/>
          </p:nvPr>
        </p:nvSpPr>
        <p:spPr bwMode="gray">
          <a:xfrm>
            <a:off x="10898505" y="6563358"/>
            <a:ext cx="922020" cy="88901"/>
          </a:xfrm>
          <a:prstGeom prst="rect">
            <a:avLst/>
          </a:prstGeom>
          <a:ln>
            <a:noFill/>
          </a:ln>
        </p:spPr>
        <p:txBody>
          <a:bodyPr vert="horz" lIns="0" tIns="0" rIns="0" bIns="0" rtlCol="0" anchor="ctr">
            <a:noAutofit/>
          </a:bodyPr>
          <a:lstStyle>
            <a:lvl1pPr algn="r">
              <a:lnSpc>
                <a:spcPct val="100000"/>
              </a:lnSpc>
              <a:defRPr sz="1000">
                <a:solidFill>
                  <a:schemeClr val="accent6"/>
                </a:solidFill>
              </a:defRPr>
            </a:lvl1pPr>
          </a:lstStyle>
          <a:p>
            <a:fld id="{E53CD732-BB0E-4CD6-B9F0-E01DBCBBB673}" type="datetime1">
              <a:rPr lang="en-US" smtClean="0"/>
              <a:t>3/12/2026</a:t>
            </a:fld>
            <a:endParaRPr lang="en-US"/>
          </a:p>
        </p:txBody>
      </p:sp>
      <p:pic>
        <p:nvPicPr>
          <p:cNvPr id="5" name="NTT DATA Global Logo">
            <a:extLst>
              <a:ext uri="{FF2B5EF4-FFF2-40B4-BE49-F238E27FC236}">
                <a16:creationId xmlns:a16="http://schemas.microsoft.com/office/drawing/2014/main" id="{6696BBEF-690F-3F5E-4ABD-464267D3697F}"/>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bwMode="gray">
          <a:xfrm>
            <a:off x="371475" y="320040"/>
            <a:ext cx="1959942" cy="399600"/>
          </a:xfrm>
          <a:prstGeom prst="rect">
            <a:avLst/>
          </a:prstGeom>
        </p:spPr>
      </p:pic>
      <p:sp>
        <p:nvSpPr>
          <p:cNvPr id="2" name="Info box">
            <a:extLst>
              <a:ext uri="{FF2B5EF4-FFF2-40B4-BE49-F238E27FC236}">
                <a16:creationId xmlns:a16="http://schemas.microsoft.com/office/drawing/2014/main" id="{329FBFF1-6701-C642-00EB-72165BE63795}"/>
              </a:ext>
            </a:extLst>
          </p:cNvPr>
          <p:cNvSpPr>
            <a:spLocks noGrp="1"/>
          </p:cNvSpPr>
          <p:nvPr>
            <p:ph sz="quarter" idx="18" hasCustomPrompt="1"/>
          </p:nvPr>
        </p:nvSpPr>
        <p:spPr bwMode="gray">
          <a:xfrm>
            <a:off x="371475" y="5875374"/>
            <a:ext cx="2737108" cy="395869"/>
          </a:xfrm>
          <a:prstGeom prst="rect">
            <a:avLst/>
          </a:prstGeom>
          <a:ln>
            <a:noFill/>
          </a:ln>
        </p:spPr>
        <p:txBody>
          <a:bodyPr wrap="square" lIns="36000" tIns="36000" rIns="36000" bIns="36000">
            <a:spAutoFit/>
          </a:bodyPr>
          <a:lstStyle>
            <a:lvl1pPr>
              <a:lnSpc>
                <a:spcPct val="100000"/>
              </a:lnSpc>
              <a:spcBef>
                <a:spcPts val="0"/>
              </a:spcBef>
              <a:spcAft>
                <a:spcPts val="0"/>
              </a:spcAft>
              <a:defRPr sz="700">
                <a:solidFill>
                  <a:schemeClr val="accent6"/>
                </a:solidFill>
              </a:defRPr>
            </a:lvl1pPr>
          </a:lstStyle>
          <a:p>
            <a:pPr lvl="0"/>
            <a:r>
              <a:rPr lang="en-US" noProof="0"/>
              <a:t>Information Type:</a:t>
            </a:r>
            <a:br>
              <a:rPr lang="en-US" noProof="0"/>
            </a:br>
            <a:r>
              <a:rPr lang="en-US" noProof="0"/>
              <a:t>Company:  </a:t>
            </a:r>
            <a:br>
              <a:rPr lang="en-US" noProof="0"/>
            </a:br>
            <a:r>
              <a:rPr lang="en-US" noProof="0"/>
              <a:t>Information Owner:</a:t>
            </a:r>
          </a:p>
        </p:txBody>
      </p:sp>
    </p:spTree>
    <p:extLst>
      <p:ext uri="{BB962C8B-B14F-4D97-AF65-F5344CB8AC3E}">
        <p14:creationId xmlns:p14="http://schemas.microsoft.com/office/powerpoint/2010/main" val="35287945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_Cover_Light_No Innovation Curve">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69CCA6BB-2FF1-1F79-CE75-4214597FB511}"/>
              </a:ext>
            </a:extLst>
          </p:cNvPr>
          <p:cNvSpPr>
            <a:spLocks noGrp="1"/>
          </p:cNvSpPr>
          <p:nvPr>
            <p:ph type="ctrTitle" hasCustomPrompt="1"/>
          </p:nvPr>
        </p:nvSpPr>
        <p:spPr bwMode="gray">
          <a:xfrm>
            <a:off x="380048" y="2438400"/>
            <a:ext cx="11440477" cy="1371600"/>
          </a:xfrm>
        </p:spPr>
        <p:txBody>
          <a:bodyPr vert="horz" lIns="0" tIns="45720" rIns="0" bIns="45720" rtlCol="0" anchor="b">
            <a:noAutofit/>
          </a:bodyPr>
          <a:lstStyle>
            <a:lvl1pPr>
              <a:defRPr lang="en-GB" sz="4400" b="0" i="0" dirty="0">
                <a:solidFill>
                  <a:schemeClr val="bg1"/>
                </a:solidFill>
                <a:latin typeface="+mj-lt"/>
                <a:cs typeface="Times New Roman" panose="02020603050405020304" pitchFamily="18" charset="0"/>
              </a:defRPr>
            </a:lvl1pPr>
          </a:lstStyle>
          <a:p>
            <a:pPr lvl="0">
              <a:lnSpc>
                <a:spcPct val="100000"/>
              </a:lnSpc>
            </a:pPr>
            <a:r>
              <a:rPr lang="en-US"/>
              <a:t>Click to edit Master title Style</a:t>
            </a:r>
          </a:p>
        </p:txBody>
      </p:sp>
      <p:sp>
        <p:nvSpPr>
          <p:cNvPr id="14" name="Subtitle 2">
            <a:extLst>
              <a:ext uri="{FF2B5EF4-FFF2-40B4-BE49-F238E27FC236}">
                <a16:creationId xmlns:a16="http://schemas.microsoft.com/office/drawing/2014/main" id="{FFBC9B23-4469-4B26-BEC9-4E111C2B8F4B}"/>
              </a:ext>
            </a:extLst>
          </p:cNvPr>
          <p:cNvSpPr>
            <a:spLocks noGrp="1"/>
          </p:cNvSpPr>
          <p:nvPr>
            <p:ph type="subTitle" idx="1" hasCustomPrompt="1"/>
          </p:nvPr>
        </p:nvSpPr>
        <p:spPr bwMode="gray">
          <a:xfrm>
            <a:off x="380048" y="3810000"/>
            <a:ext cx="11440477" cy="353943"/>
          </a:xfrm>
        </p:spPr>
        <p:txBody>
          <a:bodyPr wrap="square" lIns="0" tIns="45720" rIns="0">
            <a:spAutoFit/>
          </a:bodyPr>
          <a:lstStyle>
            <a:lvl1pPr>
              <a:spcBef>
                <a:spcPts val="0"/>
              </a:spcBef>
              <a:spcAft>
                <a:spcPts val="0"/>
              </a:spcAft>
              <a:defRPr lang="en-GB" sz="2000" b="0" i="0" dirty="0">
                <a:solidFill>
                  <a:schemeClr val="bg1"/>
                </a:solidFill>
                <a:latin typeface="+mn-lt"/>
                <a:cs typeface="Arial" panose="020B0604020202020204" pitchFamily="34" charset="0"/>
              </a:defRPr>
            </a:lvl1pPr>
          </a:lstStyle>
          <a:p>
            <a:pPr lvl="0">
              <a:lnSpc>
                <a:spcPct val="100000"/>
              </a:lnSpc>
              <a:spcBef>
                <a:spcPts val="1000"/>
              </a:spcBef>
              <a:buFont typeface="Arial" panose="020B0604020202020204" pitchFamily="34" charset="0"/>
            </a:pPr>
            <a:r>
              <a:rPr lang="en-US"/>
              <a:t>Click to edit Master subtitle style</a:t>
            </a:r>
          </a:p>
        </p:txBody>
      </p:sp>
      <p:sp>
        <p:nvSpPr>
          <p:cNvPr id="3" name="Date Placeholder 3">
            <a:extLst>
              <a:ext uri="{FF2B5EF4-FFF2-40B4-BE49-F238E27FC236}">
                <a16:creationId xmlns:a16="http://schemas.microsoft.com/office/drawing/2014/main" id="{606E1903-FF29-7A88-0707-803367E5E51E}"/>
              </a:ext>
            </a:extLst>
          </p:cNvPr>
          <p:cNvSpPr>
            <a:spLocks noGrp="1"/>
          </p:cNvSpPr>
          <p:nvPr>
            <p:ph type="dt" sz="half" idx="2"/>
          </p:nvPr>
        </p:nvSpPr>
        <p:spPr bwMode="gray">
          <a:xfrm>
            <a:off x="10898505" y="6563358"/>
            <a:ext cx="922020" cy="88901"/>
          </a:xfrm>
          <a:prstGeom prst="rect">
            <a:avLst/>
          </a:prstGeom>
          <a:ln>
            <a:noFill/>
          </a:ln>
        </p:spPr>
        <p:txBody>
          <a:bodyPr vert="horz" lIns="0" tIns="0" rIns="0" bIns="0" rtlCol="0" anchor="ctr">
            <a:noAutofit/>
          </a:bodyPr>
          <a:lstStyle>
            <a:lvl1pPr algn="r">
              <a:lnSpc>
                <a:spcPct val="100000"/>
              </a:lnSpc>
              <a:defRPr sz="1000">
                <a:solidFill>
                  <a:schemeClr val="accent6"/>
                </a:solidFill>
              </a:defRPr>
            </a:lvl1pPr>
          </a:lstStyle>
          <a:p>
            <a:fld id="{C8AB366D-F244-4248-94A4-187739C5808C}" type="datetime1">
              <a:rPr lang="en-US" smtClean="0"/>
              <a:t>3/12/2026</a:t>
            </a:fld>
            <a:endParaRPr lang="en-US"/>
          </a:p>
        </p:txBody>
      </p:sp>
      <p:sp>
        <p:nvSpPr>
          <p:cNvPr id="4" name="Footer Placeholder 4">
            <a:extLst>
              <a:ext uri="{FF2B5EF4-FFF2-40B4-BE49-F238E27FC236}">
                <a16:creationId xmlns:a16="http://schemas.microsoft.com/office/drawing/2014/main" id="{EE186BE1-1DE6-82D8-B7EF-529F2205B840}"/>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1000">
                <a:solidFill>
                  <a:schemeClr val="accent6"/>
                </a:solidFill>
              </a:defRPr>
            </a:lvl1pPr>
          </a:lstStyle>
          <a:p>
            <a:r>
              <a:rPr lang="en-US"/>
              <a:t>© 2023 NTT DATA Business Solutions</a:t>
            </a:r>
          </a:p>
        </p:txBody>
      </p:sp>
      <p:pic>
        <p:nvPicPr>
          <p:cNvPr id="5" name="NTT DATA Global Logo">
            <a:extLst>
              <a:ext uri="{FF2B5EF4-FFF2-40B4-BE49-F238E27FC236}">
                <a16:creationId xmlns:a16="http://schemas.microsoft.com/office/drawing/2014/main" id="{2F900288-9276-0271-5B36-DA597F55D4E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71475" y="320040"/>
            <a:ext cx="1959942" cy="399600"/>
          </a:xfrm>
          <a:prstGeom prst="rect">
            <a:avLst/>
          </a:prstGeom>
        </p:spPr>
      </p:pic>
      <p:sp>
        <p:nvSpPr>
          <p:cNvPr id="7" name="Info box">
            <a:extLst>
              <a:ext uri="{FF2B5EF4-FFF2-40B4-BE49-F238E27FC236}">
                <a16:creationId xmlns:a16="http://schemas.microsoft.com/office/drawing/2014/main" id="{1683A5FA-61CB-0385-8B2C-D15BE457EBD3}"/>
              </a:ext>
            </a:extLst>
          </p:cNvPr>
          <p:cNvSpPr>
            <a:spLocks noGrp="1"/>
          </p:cNvSpPr>
          <p:nvPr>
            <p:ph sz="quarter" idx="19" hasCustomPrompt="1"/>
          </p:nvPr>
        </p:nvSpPr>
        <p:spPr bwMode="gray">
          <a:xfrm>
            <a:off x="10176832" y="333376"/>
            <a:ext cx="1868023" cy="395869"/>
          </a:xfrm>
          <a:prstGeom prst="rect">
            <a:avLst/>
          </a:prstGeom>
          <a:ln>
            <a:noFill/>
          </a:ln>
        </p:spPr>
        <p:txBody>
          <a:bodyPr wrap="square" lIns="36000" tIns="36000" rIns="36000" bIns="36000">
            <a:spAutoFit/>
          </a:bodyPr>
          <a:lstStyle>
            <a:lvl1pPr>
              <a:lnSpc>
                <a:spcPct val="100000"/>
              </a:lnSpc>
              <a:spcBef>
                <a:spcPts val="0"/>
              </a:spcBef>
              <a:spcAft>
                <a:spcPts val="0"/>
              </a:spcAft>
              <a:defRPr sz="700">
                <a:solidFill>
                  <a:schemeClr val="accent6"/>
                </a:solidFill>
              </a:defRPr>
            </a:lvl1pPr>
          </a:lstStyle>
          <a:p>
            <a:pPr lvl="0"/>
            <a:r>
              <a:rPr lang="en-US" noProof="0"/>
              <a:t>Information Type:</a:t>
            </a:r>
            <a:br>
              <a:rPr lang="en-US" noProof="0"/>
            </a:br>
            <a:r>
              <a:rPr lang="en-US" noProof="0"/>
              <a:t>Company:  </a:t>
            </a:r>
            <a:br>
              <a:rPr lang="en-US" noProof="0"/>
            </a:br>
            <a:r>
              <a:rPr lang="en-US" noProof="0"/>
              <a:t>Information Owner:</a:t>
            </a:r>
          </a:p>
        </p:txBody>
      </p:sp>
    </p:spTree>
    <p:extLst>
      <p:ext uri="{BB962C8B-B14F-4D97-AF65-F5344CB8AC3E}">
        <p14:creationId xmlns:p14="http://schemas.microsoft.com/office/powerpoint/2010/main" val="31856004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_Cover_Light_Image Bottom">
    <p:bg>
      <p:bgPr>
        <a:solidFill>
          <a:schemeClr val="tx1"/>
        </a:solidFill>
        <a:effectLst/>
      </p:bgPr>
    </p:bg>
    <p:spTree>
      <p:nvGrpSpPr>
        <p:cNvPr id="1" name=""/>
        <p:cNvGrpSpPr/>
        <p:nvPr/>
      </p:nvGrpSpPr>
      <p:grpSpPr>
        <a:xfrm>
          <a:off x="0" y="0"/>
          <a:ext cx="0" cy="0"/>
          <a:chOff x="0" y="0"/>
          <a:chExt cx="0" cy="0"/>
        </a:xfrm>
      </p:grpSpPr>
      <p:sp>
        <p:nvSpPr>
          <p:cNvPr id="11" name="Text Placeholder 20">
            <a:extLst>
              <a:ext uri="{FF2B5EF4-FFF2-40B4-BE49-F238E27FC236}">
                <a16:creationId xmlns:a16="http://schemas.microsoft.com/office/drawing/2014/main" id="{4C066D7D-0D2A-E525-7A09-B865124FD30F}"/>
              </a:ext>
            </a:extLst>
          </p:cNvPr>
          <p:cNvSpPr>
            <a:spLocks noGrp="1"/>
          </p:cNvSpPr>
          <p:nvPr>
            <p:ph type="body" sz="quarter" idx="17"/>
          </p:nvPr>
        </p:nvSpPr>
        <p:spPr bwMode="gray">
          <a:xfrm>
            <a:off x="0" y="3352800"/>
            <a:ext cx="12192000" cy="3505200"/>
          </a:xfrm>
          <a:prstGeom prst="rect">
            <a:avLst/>
          </a:prstGeom>
          <a:solidFill>
            <a:srgbClr val="050D24">
              <a:alpha val="57647"/>
            </a:srgbClr>
          </a:solidFill>
        </p:spPr>
        <p:txBody>
          <a:bodyPr/>
          <a:lstStyle>
            <a:lvl1pPr>
              <a:defRPr>
                <a:noFill/>
              </a:defRPr>
            </a:lvl1pPr>
            <a:lvl2pPr>
              <a:defRPr>
                <a:noFill/>
              </a:defRPr>
            </a:lvl2pPr>
            <a:lvl3pPr marL="914400" indent="0">
              <a:buNone/>
              <a:defRPr>
                <a:noFill/>
              </a:defRPr>
            </a:lvl3pPr>
            <a:lvl4pPr marL="1371600" indent="0">
              <a:buNone/>
              <a:defRPr>
                <a:noFill/>
              </a:defRPr>
            </a:lvl4pPr>
            <a:lvl5pPr marL="1828800" indent="0">
              <a:buNone/>
              <a:defRPr>
                <a:noFill/>
              </a:defRPr>
            </a:lvl5pPr>
          </a:lstStyle>
          <a:p>
            <a:pPr lvl="0"/>
            <a:r>
              <a:rPr lang="de-DE"/>
              <a:t>Mastertextformat bearbeiten</a:t>
            </a:r>
          </a:p>
        </p:txBody>
      </p:sp>
      <p:sp>
        <p:nvSpPr>
          <p:cNvPr id="6" name="Picture Placeholder 4">
            <a:extLst>
              <a:ext uri="{FF2B5EF4-FFF2-40B4-BE49-F238E27FC236}">
                <a16:creationId xmlns:a16="http://schemas.microsoft.com/office/drawing/2014/main" id="{64ED725C-5701-90B3-92A2-BAE98517DD4F}"/>
              </a:ext>
            </a:extLst>
          </p:cNvPr>
          <p:cNvSpPr>
            <a:spLocks noGrp="1"/>
          </p:cNvSpPr>
          <p:nvPr>
            <p:ph type="pic" sz="quarter" idx="13" hasCustomPrompt="1"/>
          </p:nvPr>
        </p:nvSpPr>
        <p:spPr bwMode="gray">
          <a:xfrm>
            <a:off x="0" y="3352800"/>
            <a:ext cx="12192000" cy="3509682"/>
          </a:xfrm>
          <a:prstGeom prst="rect">
            <a:avLst/>
          </a:prstGeom>
          <a:solidFill>
            <a:schemeClr val="accent6">
              <a:lumMod val="60000"/>
              <a:lumOff val="40000"/>
            </a:schemeClr>
          </a:solidFill>
        </p:spPr>
        <p:txBody>
          <a:bodyPr lIns="0" tIns="0" rIns="0" bIns="0" anchor="ctr"/>
          <a:lstStyle>
            <a:lvl1pPr marL="0" indent="0" algn="ctr">
              <a:buFontTx/>
              <a:buNone/>
              <a:defRPr sz="2400">
                <a:solidFill>
                  <a:schemeClr val="tx2"/>
                </a:solidFill>
                <a:latin typeface="+mn-lt"/>
              </a:defRPr>
            </a:lvl1pPr>
          </a:lstStyle>
          <a:p>
            <a:pPr marL="0" marR="0" lvl="0" indent="0" algn="ctr" defTabSz="914400" rtl="0" eaLnBrk="1" fontAlgn="auto" latinLnBrk="0" hangingPunct="1">
              <a:lnSpc>
                <a:spcPct val="100000"/>
              </a:lnSpc>
              <a:spcBef>
                <a:spcPts val="1000"/>
              </a:spcBef>
              <a:spcAft>
                <a:spcPts val="0"/>
              </a:spcAft>
              <a:buClrTx/>
              <a:buSzTx/>
              <a:buFontTx/>
              <a:buNone/>
              <a:tabLst/>
              <a:defRPr/>
            </a:pPr>
            <a:r>
              <a:rPr lang="en-US"/>
              <a:t>Click to add image.</a:t>
            </a:r>
            <a:br>
              <a:rPr lang="en-US"/>
            </a:br>
            <a:r>
              <a:rPr lang="en-US"/>
              <a:t>Then Reorder: Send to back</a:t>
            </a:r>
          </a:p>
        </p:txBody>
      </p:sp>
      <p:sp>
        <p:nvSpPr>
          <p:cNvPr id="9" name="SubTitle">
            <a:extLst>
              <a:ext uri="{FF2B5EF4-FFF2-40B4-BE49-F238E27FC236}">
                <a16:creationId xmlns:a16="http://schemas.microsoft.com/office/drawing/2014/main" id="{F84AF061-2BD7-B395-13B3-8F8BF417226F}"/>
              </a:ext>
            </a:extLst>
          </p:cNvPr>
          <p:cNvSpPr>
            <a:spLocks noGrp="1"/>
          </p:cNvSpPr>
          <p:nvPr>
            <p:ph type="body" sz="quarter" idx="16" hasCustomPrompt="1"/>
          </p:nvPr>
        </p:nvSpPr>
        <p:spPr bwMode="gray">
          <a:xfrm>
            <a:off x="371475" y="2050182"/>
            <a:ext cx="11449049" cy="609600"/>
          </a:xfrm>
          <a:prstGeom prst="rect">
            <a:avLst/>
          </a:prstGeom>
        </p:spPr>
        <p:txBody>
          <a:bodyPr lIns="0" rIns="0"/>
          <a:lstStyle>
            <a:lvl1pPr marL="0" indent="0">
              <a:lnSpc>
                <a:spcPct val="100000"/>
              </a:lnSpc>
              <a:spcAft>
                <a:spcPts val="0"/>
              </a:spcAft>
              <a:buFont typeface="Arial" panose="020B0604020202020204" pitchFamily="34" charset="0"/>
              <a:buNone/>
              <a:defRPr sz="2000">
                <a:solidFill>
                  <a:schemeClr val="bg1"/>
                </a:solidFill>
              </a:defRPr>
            </a:lvl1pPr>
            <a:lvl2pPr marL="457200" indent="0">
              <a:buFont typeface="Arial" panose="020B0604020202020204" pitchFamily="34" charset="0"/>
              <a:buNone/>
              <a:defRPr/>
            </a:lvl2pPr>
            <a:lvl3pPr marL="914400" indent="0">
              <a:buNone/>
              <a:defRPr/>
            </a:lvl3pPr>
            <a:lvl4pPr marL="1371600" indent="0">
              <a:buNone/>
              <a:defRPr/>
            </a:lvl4pPr>
            <a:lvl5pPr marL="1828800" indent="0">
              <a:buNone/>
              <a:defRPr/>
            </a:lvl5pPr>
          </a:lstStyle>
          <a:p>
            <a:pPr lvl="0"/>
            <a:r>
              <a:rPr lang="en-US"/>
              <a:t>Click to enter the subtitle text</a:t>
            </a:r>
          </a:p>
        </p:txBody>
      </p:sp>
      <p:sp>
        <p:nvSpPr>
          <p:cNvPr id="7" name="MainTitle">
            <a:extLst>
              <a:ext uri="{FF2B5EF4-FFF2-40B4-BE49-F238E27FC236}">
                <a16:creationId xmlns:a16="http://schemas.microsoft.com/office/drawing/2014/main" id="{6B8D68FD-3EFC-86B8-83A6-942558B1B307}"/>
              </a:ext>
            </a:extLst>
          </p:cNvPr>
          <p:cNvSpPr>
            <a:spLocks noGrp="1"/>
          </p:cNvSpPr>
          <p:nvPr>
            <p:ph type="title" hasCustomPrompt="1"/>
          </p:nvPr>
        </p:nvSpPr>
        <p:spPr bwMode="gray">
          <a:xfrm>
            <a:off x="371475" y="1412875"/>
            <a:ext cx="11449050" cy="651610"/>
          </a:xfrm>
        </p:spPr>
        <p:txBody>
          <a:bodyPr/>
          <a:lstStyle>
            <a:lvl1pPr>
              <a:defRPr sz="4400" b="0">
                <a:solidFill>
                  <a:schemeClr val="bg1"/>
                </a:solidFill>
              </a:defRPr>
            </a:lvl1pPr>
          </a:lstStyle>
          <a:p>
            <a:r>
              <a:rPr lang="en-US"/>
              <a:t>Click to edit title</a:t>
            </a:r>
          </a:p>
        </p:txBody>
      </p:sp>
      <p:sp>
        <p:nvSpPr>
          <p:cNvPr id="14" name="Innovation Curve Over">
            <a:extLst>
              <a:ext uri="{FF2B5EF4-FFF2-40B4-BE49-F238E27FC236}">
                <a16:creationId xmlns:a16="http://schemas.microsoft.com/office/drawing/2014/main" id="{0E296AC8-E4D5-3A7F-3C42-CC289AAB1E6B}"/>
              </a:ext>
              <a:ext uri="{C183D7F6-B498-43B3-948B-1728B52AA6E4}">
                <adec:decorative xmlns:adec="http://schemas.microsoft.com/office/drawing/2017/decorative" val="1"/>
              </a:ext>
            </a:extLst>
          </p:cNvPr>
          <p:cNvSpPr>
            <a:spLocks noGrp="1"/>
          </p:cNvSpPr>
          <p:nvPr>
            <p:ph type="body" sz="quarter" idx="22"/>
          </p:nvPr>
        </p:nvSpPr>
        <p:spPr bwMode="gray">
          <a:xfrm>
            <a:off x="9067800" y="3733800"/>
            <a:ext cx="2741663" cy="2743200"/>
          </a:xfrm>
          <a:prstGeom prst="rect">
            <a:avLst/>
          </a:prstGeom>
          <a:blipFill>
            <a:blip r:embed="rId2" cstate="screen">
              <a:extLst>
                <a:ext uri="{28A0092B-C50C-407E-A947-70E740481C1C}">
                  <a14:useLocalDpi xmlns:a14="http://schemas.microsoft.com/office/drawing/2010/main"/>
                </a:ext>
              </a:extLst>
            </a:blip>
            <a:stretch>
              <a:fillRect/>
            </a:stretch>
          </a:blipFill>
        </p:spPr>
        <p:txBody>
          <a:bodyPr/>
          <a:lstStyle>
            <a:lvl1pPr>
              <a:defRPr>
                <a:noFill/>
              </a:defRPr>
            </a:lvl1pPr>
            <a:lvl2pPr>
              <a:defRPr>
                <a:noFill/>
              </a:defRPr>
            </a:lvl2pPr>
            <a:lvl3pPr>
              <a:defRPr>
                <a:noFill/>
              </a:defRPr>
            </a:lvl3pPr>
            <a:lvl4pPr>
              <a:defRPr>
                <a:noFill/>
              </a:defRPr>
            </a:lvl4pPr>
            <a:lvl5pPr>
              <a:defRPr>
                <a:noFill/>
              </a:defRPr>
            </a:lvl5pPr>
          </a:lstStyle>
          <a:p>
            <a:pPr lvl="0"/>
            <a:r>
              <a:rPr lang="de-DE"/>
              <a:t>Mastertextformat bearbeiten</a:t>
            </a:r>
          </a:p>
        </p:txBody>
      </p:sp>
      <p:sp>
        <p:nvSpPr>
          <p:cNvPr id="10" name="Date Placeholder 3">
            <a:extLst>
              <a:ext uri="{FF2B5EF4-FFF2-40B4-BE49-F238E27FC236}">
                <a16:creationId xmlns:a16="http://schemas.microsoft.com/office/drawing/2014/main" id="{C245BFAB-6256-BF35-C9F5-6D558800765A}"/>
              </a:ext>
            </a:extLst>
          </p:cNvPr>
          <p:cNvSpPr>
            <a:spLocks noGrp="1"/>
          </p:cNvSpPr>
          <p:nvPr>
            <p:ph type="dt" sz="half" idx="2"/>
          </p:nvPr>
        </p:nvSpPr>
        <p:spPr bwMode="gray">
          <a:xfrm>
            <a:off x="11026140" y="3147301"/>
            <a:ext cx="794384" cy="88901"/>
          </a:xfrm>
          <a:prstGeom prst="rect">
            <a:avLst/>
          </a:prstGeom>
          <a:ln>
            <a:noFill/>
          </a:ln>
        </p:spPr>
        <p:txBody>
          <a:bodyPr vert="horz" lIns="0" tIns="0" rIns="0" bIns="0" rtlCol="0" anchor="ctr">
            <a:noAutofit/>
          </a:bodyPr>
          <a:lstStyle>
            <a:lvl1pPr algn="r">
              <a:lnSpc>
                <a:spcPct val="100000"/>
              </a:lnSpc>
              <a:defRPr sz="1000">
                <a:solidFill>
                  <a:schemeClr val="accent6"/>
                </a:solidFill>
              </a:defRPr>
            </a:lvl1pPr>
          </a:lstStyle>
          <a:p>
            <a:fld id="{3F65C6FA-973F-40E3-A01F-9AB46A4F9797}" type="datetime1">
              <a:rPr lang="en-US" smtClean="0"/>
              <a:t>3/12/2026</a:t>
            </a:fld>
            <a:endParaRPr lang="en-US"/>
          </a:p>
        </p:txBody>
      </p:sp>
      <p:sp>
        <p:nvSpPr>
          <p:cNvPr id="15" name="Footer Placeholder 4">
            <a:extLst>
              <a:ext uri="{FF2B5EF4-FFF2-40B4-BE49-F238E27FC236}">
                <a16:creationId xmlns:a16="http://schemas.microsoft.com/office/drawing/2014/main" id="{F45B6080-7233-0809-75A8-E904530DE071}"/>
              </a:ext>
            </a:extLst>
          </p:cNvPr>
          <p:cNvSpPr>
            <a:spLocks noGrp="1"/>
          </p:cNvSpPr>
          <p:nvPr>
            <p:ph type="ftr" sz="quarter" idx="3"/>
          </p:nvPr>
        </p:nvSpPr>
        <p:spPr bwMode="gray">
          <a:xfrm>
            <a:off x="371475" y="3147301"/>
            <a:ext cx="5123498" cy="88901"/>
          </a:xfrm>
          <a:prstGeom prst="rect">
            <a:avLst/>
          </a:prstGeom>
          <a:ln>
            <a:noFill/>
          </a:ln>
        </p:spPr>
        <p:txBody>
          <a:bodyPr vert="horz" lIns="0" tIns="0" rIns="0" bIns="0" rtlCol="0" anchor="ctr">
            <a:noAutofit/>
          </a:bodyPr>
          <a:lstStyle>
            <a:lvl1pPr algn="l">
              <a:lnSpc>
                <a:spcPct val="100000"/>
              </a:lnSpc>
              <a:defRPr sz="1000">
                <a:solidFill>
                  <a:schemeClr val="accent6"/>
                </a:solidFill>
              </a:defRPr>
            </a:lvl1pPr>
          </a:lstStyle>
          <a:p>
            <a:r>
              <a:rPr lang="en-US"/>
              <a:t>© 2023 NTT DATA Business Solutions</a:t>
            </a:r>
          </a:p>
        </p:txBody>
      </p:sp>
      <p:pic>
        <p:nvPicPr>
          <p:cNvPr id="4" name="NTT DATA Global Logo">
            <a:extLst>
              <a:ext uri="{FF2B5EF4-FFF2-40B4-BE49-F238E27FC236}">
                <a16:creationId xmlns:a16="http://schemas.microsoft.com/office/drawing/2014/main" id="{93955C0C-38C4-366F-0C4D-7A71C122ED79}"/>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bwMode="gray">
          <a:xfrm>
            <a:off x="371475" y="320040"/>
            <a:ext cx="1959942" cy="399600"/>
          </a:xfrm>
          <a:prstGeom prst="rect">
            <a:avLst/>
          </a:prstGeom>
        </p:spPr>
      </p:pic>
      <p:sp>
        <p:nvSpPr>
          <p:cNvPr id="5" name="Info box">
            <a:extLst>
              <a:ext uri="{FF2B5EF4-FFF2-40B4-BE49-F238E27FC236}">
                <a16:creationId xmlns:a16="http://schemas.microsoft.com/office/drawing/2014/main" id="{4219B810-9C7C-888F-0EA9-5DF76A5618C5}"/>
              </a:ext>
            </a:extLst>
          </p:cNvPr>
          <p:cNvSpPr>
            <a:spLocks noGrp="1"/>
          </p:cNvSpPr>
          <p:nvPr>
            <p:ph sz="quarter" idx="19" hasCustomPrompt="1"/>
          </p:nvPr>
        </p:nvSpPr>
        <p:spPr bwMode="gray">
          <a:xfrm>
            <a:off x="10176832" y="333376"/>
            <a:ext cx="1868023" cy="395869"/>
          </a:xfrm>
          <a:prstGeom prst="rect">
            <a:avLst/>
          </a:prstGeom>
          <a:ln>
            <a:noFill/>
          </a:ln>
        </p:spPr>
        <p:txBody>
          <a:bodyPr wrap="square" lIns="36000" tIns="36000" rIns="36000" bIns="36000">
            <a:spAutoFit/>
          </a:bodyPr>
          <a:lstStyle>
            <a:lvl1pPr>
              <a:lnSpc>
                <a:spcPct val="100000"/>
              </a:lnSpc>
              <a:spcBef>
                <a:spcPts val="0"/>
              </a:spcBef>
              <a:spcAft>
                <a:spcPts val="0"/>
              </a:spcAft>
              <a:defRPr sz="700">
                <a:solidFill>
                  <a:schemeClr val="accent6"/>
                </a:solidFill>
              </a:defRPr>
            </a:lvl1pPr>
          </a:lstStyle>
          <a:p>
            <a:pPr lvl="0"/>
            <a:r>
              <a:rPr lang="en-US" noProof="0"/>
              <a:t>Information Type:</a:t>
            </a:r>
            <a:br>
              <a:rPr lang="en-US" noProof="0"/>
            </a:br>
            <a:r>
              <a:rPr lang="en-US" noProof="0"/>
              <a:t>Company:  </a:t>
            </a:r>
            <a:br>
              <a:rPr lang="en-US" noProof="0"/>
            </a:br>
            <a:r>
              <a:rPr lang="en-US" noProof="0"/>
              <a:t>Information Owner:</a:t>
            </a:r>
          </a:p>
        </p:txBody>
      </p:sp>
    </p:spTree>
    <p:extLst>
      <p:ext uri="{BB962C8B-B14F-4D97-AF65-F5344CB8AC3E}">
        <p14:creationId xmlns:p14="http://schemas.microsoft.com/office/powerpoint/2010/main" val="2166375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_Divider_Image Left Light">
    <p:spTree>
      <p:nvGrpSpPr>
        <p:cNvPr id="1" name=""/>
        <p:cNvGrpSpPr/>
        <p:nvPr/>
      </p:nvGrpSpPr>
      <p:grpSpPr>
        <a:xfrm>
          <a:off x="0" y="0"/>
          <a:ext cx="0" cy="0"/>
          <a:chOff x="0" y="0"/>
          <a:chExt cx="0" cy="0"/>
        </a:xfrm>
      </p:grpSpPr>
      <p:sp>
        <p:nvSpPr>
          <p:cNvPr id="14" name="Title">
            <a:extLst>
              <a:ext uri="{FF2B5EF4-FFF2-40B4-BE49-F238E27FC236}">
                <a16:creationId xmlns:a16="http://schemas.microsoft.com/office/drawing/2014/main" id="{597D1B3A-E1F6-AFF4-3A3F-A37A17CBCB29}"/>
              </a:ext>
            </a:extLst>
          </p:cNvPr>
          <p:cNvSpPr>
            <a:spLocks noGrp="1"/>
          </p:cNvSpPr>
          <p:nvPr>
            <p:ph type="title" hasCustomPrompt="1"/>
          </p:nvPr>
        </p:nvSpPr>
        <p:spPr bwMode="gray">
          <a:xfrm>
            <a:off x="4495800" y="2286000"/>
            <a:ext cx="7315200" cy="3951288"/>
          </a:xfrm>
        </p:spPr>
        <p:txBody>
          <a:bodyPr/>
          <a:lstStyle>
            <a:lvl1pPr>
              <a:defRPr sz="4800">
                <a:solidFill>
                  <a:schemeClr val="bg1"/>
                </a:solidFill>
              </a:defRPr>
            </a:lvl1pPr>
          </a:lstStyle>
          <a:p>
            <a:r>
              <a:rPr lang="en-US"/>
              <a:t>Divider Page Text</a:t>
            </a:r>
          </a:p>
        </p:txBody>
      </p:sp>
      <p:sp>
        <p:nvSpPr>
          <p:cNvPr id="15" name="Section Number">
            <a:extLst>
              <a:ext uri="{FF2B5EF4-FFF2-40B4-BE49-F238E27FC236}">
                <a16:creationId xmlns:a16="http://schemas.microsoft.com/office/drawing/2014/main" id="{353938DB-D71F-BCC9-253A-E90421933DD0}"/>
              </a:ext>
            </a:extLst>
          </p:cNvPr>
          <p:cNvSpPr>
            <a:spLocks noGrp="1"/>
          </p:cNvSpPr>
          <p:nvPr>
            <p:ph type="body" sz="quarter" idx="13" hasCustomPrompt="1"/>
          </p:nvPr>
        </p:nvSpPr>
        <p:spPr bwMode="gray">
          <a:xfrm>
            <a:off x="4495800" y="685800"/>
            <a:ext cx="7315200" cy="1447800"/>
          </a:xfrm>
          <a:prstGeom prst="rect">
            <a:avLst/>
          </a:prstGeom>
        </p:spPr>
        <p:txBody>
          <a:bodyPr lIns="0" tIns="45720" rIns="0"/>
          <a:lstStyle>
            <a:lvl1pPr>
              <a:defRPr lang="en-US" sz="9600" b="1" dirty="0" smtClean="0">
                <a:solidFill>
                  <a:schemeClr val="bg2"/>
                </a:solidFill>
              </a:defRPr>
            </a:lvl1pPr>
          </a:lstStyle>
          <a:p>
            <a:pPr lvl="0">
              <a:lnSpc>
                <a:spcPct val="100000"/>
              </a:lnSpc>
            </a:pPr>
            <a:r>
              <a:rPr lang="en-US"/>
              <a:t>#</a:t>
            </a:r>
          </a:p>
        </p:txBody>
      </p:sp>
      <p:sp>
        <p:nvSpPr>
          <p:cNvPr id="16" name="Picture Placeholder 4">
            <a:extLst>
              <a:ext uri="{FF2B5EF4-FFF2-40B4-BE49-F238E27FC236}">
                <a16:creationId xmlns:a16="http://schemas.microsoft.com/office/drawing/2014/main" id="{CBAA2EA5-06E3-8691-22FA-AE783265C861}"/>
              </a:ext>
            </a:extLst>
          </p:cNvPr>
          <p:cNvSpPr>
            <a:spLocks noGrp="1"/>
          </p:cNvSpPr>
          <p:nvPr>
            <p:ph type="pic" sz="quarter" idx="12" hasCustomPrompt="1"/>
          </p:nvPr>
        </p:nvSpPr>
        <p:spPr bwMode="gray">
          <a:xfrm>
            <a:off x="0" y="0"/>
            <a:ext cx="4038600" cy="6858000"/>
          </a:xfrm>
          <a:prstGeom prst="rect">
            <a:avLst/>
          </a:prstGeom>
          <a:solidFill>
            <a:schemeClr val="accent6"/>
          </a:solidFill>
        </p:spPr>
        <p:txBody>
          <a:bodyPr tIns="2743200"/>
          <a:lstStyle>
            <a:lvl1pPr marL="0" indent="0" algn="ctr">
              <a:buNone/>
              <a:defRPr sz="2000">
                <a:solidFill>
                  <a:schemeClr val="bg1"/>
                </a:solidFill>
              </a:defRPr>
            </a:lvl1pPr>
          </a:lstStyle>
          <a:p>
            <a:r>
              <a:rPr lang="en-US"/>
              <a:t>Click to add picture</a:t>
            </a:r>
          </a:p>
        </p:txBody>
      </p:sp>
      <p:sp>
        <p:nvSpPr>
          <p:cNvPr id="6" name="Text Placeholder 5">
            <a:extLst>
              <a:ext uri="{FF2B5EF4-FFF2-40B4-BE49-F238E27FC236}">
                <a16:creationId xmlns:a16="http://schemas.microsoft.com/office/drawing/2014/main" id="{84E201FA-14DE-26F5-5B59-34540918F7C3}"/>
              </a:ext>
            </a:extLst>
          </p:cNvPr>
          <p:cNvSpPr>
            <a:spLocks noGrp="1"/>
          </p:cNvSpPr>
          <p:nvPr>
            <p:ph type="body" sz="quarter" idx="27" hasCustomPrompt="1"/>
          </p:nvPr>
        </p:nvSpPr>
        <p:spPr bwMode="gray">
          <a:xfrm>
            <a:off x="0" y="5202000"/>
            <a:ext cx="4038600" cy="1656000"/>
          </a:xfrm>
          <a:gradFill>
            <a:gsLst>
              <a:gs pos="0">
                <a:schemeClr val="bg1"/>
              </a:gs>
              <a:gs pos="80000">
                <a:schemeClr val="bg1">
                  <a:alpha val="0"/>
                </a:schemeClr>
              </a:gs>
            </a:gsLst>
            <a:lin ang="16200000" scaled="1"/>
          </a:gradFill>
        </p:spPr>
        <p:txBody>
          <a:bodyPr vert="horz" wrap="square" lIns="0" tIns="0" rIns="0" bIns="0" rtlCol="0">
            <a:noAutofit/>
          </a:bodyPr>
          <a:lstStyle>
            <a:lvl1pPr>
              <a:defRPr lang="en-US" sz="100" dirty="0">
                <a:solidFill>
                  <a:schemeClr val="bg1"/>
                </a:solidFill>
              </a:defRPr>
            </a:lvl1pPr>
          </a:lstStyle>
          <a:p>
            <a:pPr lvl="0"/>
            <a:r>
              <a:rPr lang="en-US"/>
              <a:t> </a:t>
            </a:r>
          </a:p>
        </p:txBody>
      </p:sp>
      <p:sp>
        <p:nvSpPr>
          <p:cNvPr id="4" name="Footer Placeholder 4">
            <a:extLst>
              <a:ext uri="{FF2B5EF4-FFF2-40B4-BE49-F238E27FC236}">
                <a16:creationId xmlns:a16="http://schemas.microsoft.com/office/drawing/2014/main" id="{07D78CB3-8E2A-426A-73F0-19178ABAAB0D}"/>
              </a:ext>
            </a:extLst>
          </p:cNvPr>
          <p:cNvSpPr>
            <a:spLocks noGrp="1"/>
          </p:cNvSpPr>
          <p:nvPr>
            <p:ph type="ftr" sz="quarter" idx="3"/>
          </p:nvPr>
        </p:nvSpPr>
        <p:spPr bwMode="gray">
          <a:xfrm>
            <a:off x="4495800" y="6563358"/>
            <a:ext cx="3202940"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a:t>© 2023 NTT DATA Business Solutions</a:t>
            </a:r>
          </a:p>
        </p:txBody>
      </p:sp>
      <p:sp>
        <p:nvSpPr>
          <p:cNvPr id="5" name="Slide Number Placeholder 5">
            <a:extLst>
              <a:ext uri="{FF2B5EF4-FFF2-40B4-BE49-F238E27FC236}">
                <a16:creationId xmlns:a16="http://schemas.microsoft.com/office/drawing/2014/main" id="{90D19329-B7C0-CE48-A2F3-05D87FD03717}"/>
              </a:ext>
            </a:extLst>
          </p:cNvPr>
          <p:cNvSpPr>
            <a:spLocks noGrp="1"/>
          </p:cNvSpPr>
          <p:nvPr>
            <p:ph type="sldNum" sz="quarter" idx="4"/>
          </p:nvPr>
        </p:nvSpPr>
        <p:spPr bwMode="gray">
          <a:xfrm>
            <a:off x="7777162"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a:p>
        </p:txBody>
      </p:sp>
    </p:spTree>
    <p:extLst>
      <p:ext uri="{BB962C8B-B14F-4D97-AF65-F5344CB8AC3E}">
        <p14:creationId xmlns:p14="http://schemas.microsoft.com/office/powerpoint/2010/main" val="42421131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_Divider_InnovationCurve on Right Light">
    <p:bg>
      <p:bgPr>
        <a:solidFill>
          <a:schemeClr val="tx1"/>
        </a:solidFill>
        <a:effectLst/>
      </p:bgPr>
    </p:bg>
    <p:spTree>
      <p:nvGrpSpPr>
        <p:cNvPr id="1" name=""/>
        <p:cNvGrpSpPr/>
        <p:nvPr/>
      </p:nvGrpSpPr>
      <p:grpSpPr>
        <a:xfrm>
          <a:off x="0" y="0"/>
          <a:ext cx="0" cy="0"/>
          <a:chOff x="0" y="0"/>
          <a:chExt cx="0" cy="0"/>
        </a:xfrm>
      </p:grpSpPr>
      <p:sp>
        <p:nvSpPr>
          <p:cNvPr id="14" name="Title">
            <a:extLst>
              <a:ext uri="{FF2B5EF4-FFF2-40B4-BE49-F238E27FC236}">
                <a16:creationId xmlns:a16="http://schemas.microsoft.com/office/drawing/2014/main" id="{597D1B3A-E1F6-AFF4-3A3F-A37A17CBCB29}"/>
              </a:ext>
            </a:extLst>
          </p:cNvPr>
          <p:cNvSpPr>
            <a:spLocks noGrp="1"/>
          </p:cNvSpPr>
          <p:nvPr>
            <p:ph type="title" hasCustomPrompt="1"/>
          </p:nvPr>
        </p:nvSpPr>
        <p:spPr bwMode="gray">
          <a:xfrm>
            <a:off x="371475" y="2286000"/>
            <a:ext cx="7315200" cy="3886200"/>
          </a:xfrm>
        </p:spPr>
        <p:txBody>
          <a:bodyPr/>
          <a:lstStyle>
            <a:lvl1pPr>
              <a:defRPr sz="4000">
                <a:solidFill>
                  <a:schemeClr val="bg1"/>
                </a:solidFill>
              </a:defRPr>
            </a:lvl1pPr>
          </a:lstStyle>
          <a:p>
            <a:r>
              <a:rPr lang="en-US"/>
              <a:t>Divider Page</a:t>
            </a:r>
          </a:p>
        </p:txBody>
      </p:sp>
      <p:sp>
        <p:nvSpPr>
          <p:cNvPr id="15" name="Section Number">
            <a:extLst>
              <a:ext uri="{FF2B5EF4-FFF2-40B4-BE49-F238E27FC236}">
                <a16:creationId xmlns:a16="http://schemas.microsoft.com/office/drawing/2014/main" id="{353938DB-D71F-BCC9-253A-E90421933DD0}"/>
              </a:ext>
            </a:extLst>
          </p:cNvPr>
          <p:cNvSpPr>
            <a:spLocks noGrp="1"/>
          </p:cNvSpPr>
          <p:nvPr>
            <p:ph type="body" sz="quarter" idx="13" hasCustomPrompt="1"/>
          </p:nvPr>
        </p:nvSpPr>
        <p:spPr bwMode="gray">
          <a:xfrm>
            <a:off x="371475" y="685800"/>
            <a:ext cx="7315200" cy="1447800"/>
          </a:xfrm>
          <a:prstGeom prst="rect">
            <a:avLst/>
          </a:prstGeom>
        </p:spPr>
        <p:txBody>
          <a:bodyPr lIns="0" tIns="45720" rIns="0"/>
          <a:lstStyle>
            <a:lvl1pPr>
              <a:defRPr lang="en-US" sz="9600" b="1" dirty="0" smtClean="0">
                <a:solidFill>
                  <a:schemeClr val="bg2"/>
                </a:solidFill>
              </a:defRPr>
            </a:lvl1pPr>
          </a:lstStyle>
          <a:p>
            <a:pPr lvl="0">
              <a:lnSpc>
                <a:spcPct val="100000"/>
              </a:lnSpc>
            </a:pPr>
            <a:r>
              <a:rPr lang="en-US"/>
              <a:t>#</a:t>
            </a:r>
          </a:p>
        </p:txBody>
      </p:sp>
      <p:sp>
        <p:nvSpPr>
          <p:cNvPr id="4" name="Footer Placeholder 4">
            <a:extLst>
              <a:ext uri="{FF2B5EF4-FFF2-40B4-BE49-F238E27FC236}">
                <a16:creationId xmlns:a16="http://schemas.microsoft.com/office/drawing/2014/main" id="{07D78CB3-8E2A-426A-73F0-19178ABAAB0D}"/>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a:t>© 2023 NTT DATA Business Solutions</a:t>
            </a:r>
          </a:p>
        </p:txBody>
      </p:sp>
      <p:sp>
        <p:nvSpPr>
          <p:cNvPr id="5" name="Slide Number Placeholder 5">
            <a:extLst>
              <a:ext uri="{FF2B5EF4-FFF2-40B4-BE49-F238E27FC236}">
                <a16:creationId xmlns:a16="http://schemas.microsoft.com/office/drawing/2014/main" id="{90D19329-B7C0-CE48-A2F3-05D87FD03717}"/>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a:p>
        </p:txBody>
      </p:sp>
      <p:pic>
        <p:nvPicPr>
          <p:cNvPr id="17" name="Picture 6">
            <a:extLst>
              <a:ext uri="{FF2B5EF4-FFF2-40B4-BE49-F238E27FC236}">
                <a16:creationId xmlns:a16="http://schemas.microsoft.com/office/drawing/2014/main" id="{8E54CF47-5670-1E36-A01C-CE6BD5FD4ECA}"/>
              </a:ext>
            </a:extLst>
          </p:cNvPr>
          <p:cNvPicPr>
            <a:picLocks noChangeAspect="1"/>
          </p:cNvPicPr>
          <p:nvPr userDrawn="1"/>
        </p:nvPicPr>
        <p:blipFill>
          <a:blip r:embed="rId2" cstate="screen">
            <a:alphaModFix amt="30000"/>
            <a:extLst>
              <a:ext uri="{28A0092B-C50C-407E-A947-70E740481C1C}">
                <a14:useLocalDpi xmlns:a14="http://schemas.microsoft.com/office/drawing/2010/main"/>
              </a:ext>
            </a:extLst>
          </a:blip>
          <a:stretch>
            <a:fillRect/>
          </a:stretch>
        </p:blipFill>
        <p:spPr bwMode="gray">
          <a:xfrm>
            <a:off x="8070773" y="2431973"/>
            <a:ext cx="3740227" cy="3740227"/>
          </a:xfrm>
          <a:prstGeom prst="rect">
            <a:avLst/>
          </a:prstGeom>
        </p:spPr>
      </p:pic>
    </p:spTree>
    <p:extLst>
      <p:ext uri="{BB962C8B-B14F-4D97-AF65-F5344CB8AC3E}">
        <p14:creationId xmlns:p14="http://schemas.microsoft.com/office/powerpoint/2010/main" val="34828296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_Divider_Innovation Curve Image Left Ligh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A725B5FD-E0E9-1E4B-5EFE-D46E0910A6CB}"/>
              </a:ext>
            </a:extLst>
          </p:cNvPr>
          <p:cNvSpPr>
            <a:spLocks noGrp="1"/>
          </p:cNvSpPr>
          <p:nvPr>
            <p:ph type="title" hasCustomPrompt="1"/>
          </p:nvPr>
        </p:nvSpPr>
        <p:spPr bwMode="gray">
          <a:xfrm>
            <a:off x="4495800" y="2433116"/>
            <a:ext cx="7315200" cy="3739084"/>
          </a:xfrm>
        </p:spPr>
        <p:txBody>
          <a:bodyPr/>
          <a:lstStyle>
            <a:lvl1pPr>
              <a:defRPr sz="4000">
                <a:solidFill>
                  <a:schemeClr val="bg1"/>
                </a:solidFill>
              </a:defRPr>
            </a:lvl1pPr>
          </a:lstStyle>
          <a:p>
            <a:r>
              <a:rPr lang="en-US"/>
              <a:t>Divider Page</a:t>
            </a:r>
          </a:p>
        </p:txBody>
      </p:sp>
      <p:sp>
        <p:nvSpPr>
          <p:cNvPr id="12" name="Section Number">
            <a:extLst>
              <a:ext uri="{FF2B5EF4-FFF2-40B4-BE49-F238E27FC236}">
                <a16:creationId xmlns:a16="http://schemas.microsoft.com/office/drawing/2014/main" id="{4337322C-F1A6-A8D5-2662-80C365ECE1C8}"/>
              </a:ext>
            </a:extLst>
          </p:cNvPr>
          <p:cNvSpPr>
            <a:spLocks noGrp="1"/>
          </p:cNvSpPr>
          <p:nvPr>
            <p:ph type="body" sz="quarter" idx="12" hasCustomPrompt="1"/>
          </p:nvPr>
        </p:nvSpPr>
        <p:spPr bwMode="gray">
          <a:xfrm>
            <a:off x="4495800" y="685800"/>
            <a:ext cx="7315200" cy="1447800"/>
          </a:xfrm>
          <a:prstGeom prst="rect">
            <a:avLst/>
          </a:prstGeom>
        </p:spPr>
        <p:txBody>
          <a:bodyPr lIns="0" tIns="45720" rIns="0"/>
          <a:lstStyle>
            <a:lvl1pPr>
              <a:defRPr lang="en-US" sz="9600" b="1" dirty="0" smtClean="0">
                <a:solidFill>
                  <a:schemeClr val="bg2"/>
                </a:solidFill>
              </a:defRPr>
            </a:lvl1pPr>
          </a:lstStyle>
          <a:p>
            <a:pPr lvl="0">
              <a:lnSpc>
                <a:spcPct val="100000"/>
              </a:lnSpc>
            </a:pPr>
            <a:r>
              <a:rPr lang="en-US"/>
              <a:t>#</a:t>
            </a:r>
          </a:p>
        </p:txBody>
      </p:sp>
      <p:sp>
        <p:nvSpPr>
          <p:cNvPr id="13" name="Slide Number Placeholder 5">
            <a:extLst>
              <a:ext uri="{FF2B5EF4-FFF2-40B4-BE49-F238E27FC236}">
                <a16:creationId xmlns:a16="http://schemas.microsoft.com/office/drawing/2014/main" id="{5ACFAEF6-C002-CEF8-D12E-35B10EFF2EE1}"/>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a:p>
        </p:txBody>
      </p:sp>
      <p:pic>
        <p:nvPicPr>
          <p:cNvPr id="14" name="Picture 6">
            <a:extLst>
              <a:ext uri="{FF2B5EF4-FFF2-40B4-BE49-F238E27FC236}">
                <a16:creationId xmlns:a16="http://schemas.microsoft.com/office/drawing/2014/main" id="{AE44EF5E-6648-1398-B4E7-717D749EE98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gray">
          <a:xfrm>
            <a:off x="394575" y="2447060"/>
            <a:ext cx="3718800" cy="3718800"/>
          </a:xfrm>
          <a:prstGeom prst="rect">
            <a:avLst/>
          </a:prstGeom>
        </p:spPr>
      </p:pic>
      <p:sp>
        <p:nvSpPr>
          <p:cNvPr id="15" name="Picture Placeholder 9">
            <a:extLst>
              <a:ext uri="{FF2B5EF4-FFF2-40B4-BE49-F238E27FC236}">
                <a16:creationId xmlns:a16="http://schemas.microsoft.com/office/drawing/2014/main" id="{C74CB7FF-BF38-583F-EB84-775D76F699B8}"/>
              </a:ext>
            </a:extLst>
          </p:cNvPr>
          <p:cNvSpPr>
            <a:spLocks noGrp="1"/>
          </p:cNvSpPr>
          <p:nvPr>
            <p:ph type="pic" sz="quarter" idx="17" hasCustomPrompt="1"/>
          </p:nvPr>
        </p:nvSpPr>
        <p:spPr bwMode="gray">
          <a:xfrm>
            <a:off x="371475" y="2447060"/>
            <a:ext cx="3718800" cy="3718800"/>
          </a:xfrm>
          <a:custGeom>
            <a:avLst/>
            <a:gdLst>
              <a:gd name="connsiteX0" fmla="*/ 1704548 w 5267271"/>
              <a:gd name="connsiteY0" fmla="*/ 0 h 5272719"/>
              <a:gd name="connsiteX1" fmla="*/ 3527745 w 5267271"/>
              <a:gd name="connsiteY1" fmla="*/ 1774521 h 5272719"/>
              <a:gd name="connsiteX2" fmla="*/ 5267271 w 5267271"/>
              <a:gd name="connsiteY2" fmla="*/ 5269498 h 5272719"/>
              <a:gd name="connsiteX3" fmla="*/ 3509088 w 5267271"/>
              <a:gd name="connsiteY3" fmla="*/ 5269044 h 5272719"/>
              <a:gd name="connsiteX4" fmla="*/ 1794302 w 5267271"/>
              <a:gd name="connsiteY4" fmla="*/ 1858626 h 5272719"/>
              <a:gd name="connsiteX5" fmla="*/ 1794667 w 5267271"/>
              <a:gd name="connsiteY5" fmla="*/ 5270472 h 5272719"/>
              <a:gd name="connsiteX6" fmla="*/ 0 w 5267271"/>
              <a:gd name="connsiteY6" fmla="*/ 5272719 h 5272719"/>
              <a:gd name="connsiteX7" fmla="*/ 3384 w 5267271"/>
              <a:gd name="connsiteY7" fmla="*/ 1714773 h 5272719"/>
              <a:gd name="connsiteX8" fmla="*/ 569360 w 5267271"/>
              <a:gd name="connsiteY8" fmla="*/ 333790 h 5272719"/>
              <a:gd name="connsiteX9" fmla="*/ 1704548 w 5267271"/>
              <a:gd name="connsiteY9" fmla="*/ 0 h 5272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67271" h="5272719">
                <a:moveTo>
                  <a:pt x="1704548" y="0"/>
                </a:moveTo>
                <a:cubicBezTo>
                  <a:pt x="2442328" y="19929"/>
                  <a:pt x="2925708" y="438914"/>
                  <a:pt x="3527745" y="1774521"/>
                </a:cubicBezTo>
                <a:lnTo>
                  <a:pt x="5267271" y="5269498"/>
                </a:lnTo>
                <a:lnTo>
                  <a:pt x="3509088" y="5269044"/>
                </a:lnTo>
                <a:cubicBezTo>
                  <a:pt x="2932089" y="4085847"/>
                  <a:pt x="2376159" y="3052885"/>
                  <a:pt x="1794302" y="1858626"/>
                </a:cubicBezTo>
                <a:cubicBezTo>
                  <a:pt x="1800510" y="2806405"/>
                  <a:pt x="1797959" y="3550976"/>
                  <a:pt x="1794667" y="5270472"/>
                </a:cubicBezTo>
                <a:lnTo>
                  <a:pt x="0" y="5272719"/>
                </a:lnTo>
                <a:cubicBezTo>
                  <a:pt x="6041" y="3933998"/>
                  <a:pt x="-2660" y="3106972"/>
                  <a:pt x="3384" y="1714773"/>
                </a:cubicBezTo>
                <a:cubicBezTo>
                  <a:pt x="20552" y="931022"/>
                  <a:pt x="285832" y="562108"/>
                  <a:pt x="569360" y="333790"/>
                </a:cubicBezTo>
                <a:cubicBezTo>
                  <a:pt x="852888" y="105472"/>
                  <a:pt x="1272212" y="9538"/>
                  <a:pt x="1704548" y="0"/>
                </a:cubicBezTo>
                <a:close/>
              </a:path>
            </a:pathLst>
          </a:custGeom>
          <a:solidFill>
            <a:schemeClr val="accent6"/>
          </a:solidFill>
          <a:ln w="12700">
            <a:noFill/>
          </a:ln>
          <a:effectLst/>
        </p:spPr>
        <p:txBody>
          <a:bodyPr wrap="none" lIns="0" tIns="1371600" rIns="0" anchor="t">
            <a:noAutofit/>
          </a:bodyPr>
          <a:lstStyle>
            <a:lvl1pPr marL="0" indent="0" algn="ctr">
              <a:buFontTx/>
              <a:buNone/>
              <a:defRPr sz="1100">
                <a:solidFill>
                  <a:schemeClr val="bg1"/>
                </a:solidFill>
              </a:defRPr>
            </a:lvl1pPr>
          </a:lstStyle>
          <a:p>
            <a:r>
              <a:rPr lang="en-US"/>
              <a:t> </a:t>
            </a:r>
          </a:p>
        </p:txBody>
      </p:sp>
      <p:sp>
        <p:nvSpPr>
          <p:cNvPr id="6" name="Footer Placeholder 4">
            <a:extLst>
              <a:ext uri="{FF2B5EF4-FFF2-40B4-BE49-F238E27FC236}">
                <a16:creationId xmlns:a16="http://schemas.microsoft.com/office/drawing/2014/main" id="{2B94D9BD-B0EA-63BE-7EB0-C414D042F02A}"/>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a:t>© 2023 NTT DATA Business Solutions</a:t>
            </a:r>
          </a:p>
        </p:txBody>
      </p:sp>
    </p:spTree>
    <p:extLst>
      <p:ext uri="{BB962C8B-B14F-4D97-AF65-F5344CB8AC3E}">
        <p14:creationId xmlns:p14="http://schemas.microsoft.com/office/powerpoint/2010/main" val="26518964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_Title Only">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0C3BB7C-B4A7-41A4-8C5A-903570B6070B}"/>
              </a:ext>
            </a:extLst>
          </p:cNvPr>
          <p:cNvSpPr>
            <a:spLocks noGrp="1"/>
          </p:cNvSpPr>
          <p:nvPr>
            <p:ph type="title" hasCustomPrompt="1"/>
          </p:nvPr>
        </p:nvSpPr>
        <p:spPr bwMode="gray"/>
        <p:txBody>
          <a:bodyPr vert="horz"/>
          <a:lstStyle/>
          <a:p>
            <a:r>
              <a:rPr lang="en-US"/>
              <a:t>Click to edit Master title style</a:t>
            </a:r>
          </a:p>
        </p:txBody>
      </p:sp>
      <p:sp>
        <p:nvSpPr>
          <p:cNvPr id="10" name="Footer Placeholder 4">
            <a:extLst>
              <a:ext uri="{FF2B5EF4-FFF2-40B4-BE49-F238E27FC236}">
                <a16:creationId xmlns:a16="http://schemas.microsoft.com/office/drawing/2014/main" id="{A9C53063-1F58-BE27-2E94-7E00DE772613}"/>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a:t>© 2023 NTT DATA Business Solutions</a:t>
            </a:r>
          </a:p>
        </p:txBody>
      </p:sp>
      <p:sp>
        <p:nvSpPr>
          <p:cNvPr id="11" name="Slide Number Placeholder 5">
            <a:extLst>
              <a:ext uri="{FF2B5EF4-FFF2-40B4-BE49-F238E27FC236}">
                <a16:creationId xmlns:a16="http://schemas.microsoft.com/office/drawing/2014/main" id="{AF1EE05E-1EF3-FA88-09CC-87DB6B58184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a:p>
        </p:txBody>
      </p:sp>
    </p:spTree>
    <p:extLst>
      <p:ext uri="{BB962C8B-B14F-4D97-AF65-F5344CB8AC3E}">
        <p14:creationId xmlns:p14="http://schemas.microsoft.com/office/powerpoint/2010/main" val="35222296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C_Title and On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855BA-9D9E-490E-B438-6BCC818F8EFF}"/>
              </a:ext>
            </a:extLst>
          </p:cNvPr>
          <p:cNvSpPr>
            <a:spLocks noGrp="1"/>
          </p:cNvSpPr>
          <p:nvPr>
            <p:ph type="title" hasCustomPrompt="1"/>
          </p:nvPr>
        </p:nvSpPr>
        <p:spPr bwMode="gray"/>
        <p:txBody>
          <a:bodyPr vert="horz"/>
          <a:lstStyle/>
          <a:p>
            <a:r>
              <a:rPr lang="en-US"/>
              <a:t>Click to edit Master title style</a:t>
            </a:r>
          </a:p>
        </p:txBody>
      </p:sp>
      <p:sp>
        <p:nvSpPr>
          <p:cNvPr id="3" name="Content Placeholder 2">
            <a:extLst>
              <a:ext uri="{FF2B5EF4-FFF2-40B4-BE49-F238E27FC236}">
                <a16:creationId xmlns:a16="http://schemas.microsoft.com/office/drawing/2014/main" id="{B382B3CA-EBF0-4324-BDE2-B14D144F1B71}"/>
              </a:ext>
            </a:extLst>
          </p:cNvPr>
          <p:cNvSpPr>
            <a:spLocks noGrp="1"/>
          </p:cNvSpPr>
          <p:nvPr>
            <p:ph idx="1" hasCustomPrompt="1"/>
          </p:nvPr>
        </p:nvSpPr>
        <p:spPr bwMode="gray"/>
        <p:txBody>
          <a:bodyPr/>
          <a:lstStyle>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4">
            <a:extLst>
              <a:ext uri="{FF2B5EF4-FFF2-40B4-BE49-F238E27FC236}">
                <a16:creationId xmlns:a16="http://schemas.microsoft.com/office/drawing/2014/main" id="{DB4CF512-82E1-2689-F640-DDFFDD4CD971}"/>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a:t>© 2023 NTT DATA Business Solutions</a:t>
            </a:r>
          </a:p>
        </p:txBody>
      </p:sp>
      <p:sp>
        <p:nvSpPr>
          <p:cNvPr id="10" name="Slide Number Placeholder 5">
            <a:extLst>
              <a:ext uri="{FF2B5EF4-FFF2-40B4-BE49-F238E27FC236}">
                <a16:creationId xmlns:a16="http://schemas.microsoft.com/office/drawing/2014/main" id="{C19ED1C7-0FF1-008B-4E0C-83259A7B61F3}"/>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a:p>
        </p:txBody>
      </p:sp>
    </p:spTree>
    <p:extLst>
      <p:ext uri="{BB962C8B-B14F-4D97-AF65-F5344CB8AC3E}">
        <p14:creationId xmlns:p14="http://schemas.microsoft.com/office/powerpoint/2010/main" val="16800689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C_Title and Two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855BA-9D9E-490E-B438-6BCC818F8EFF}"/>
              </a:ext>
            </a:extLst>
          </p:cNvPr>
          <p:cNvSpPr>
            <a:spLocks noGrp="1"/>
          </p:cNvSpPr>
          <p:nvPr>
            <p:ph type="title" hasCustomPrompt="1"/>
          </p:nvPr>
        </p:nvSpPr>
        <p:spPr bwMode="gray"/>
        <p:txBody>
          <a:bodyPr vert="horz"/>
          <a:lstStyle/>
          <a:p>
            <a:r>
              <a:rPr lang="en-US"/>
              <a:t>Click to edit Master title style</a:t>
            </a:r>
          </a:p>
        </p:txBody>
      </p:sp>
      <p:sp>
        <p:nvSpPr>
          <p:cNvPr id="3" name="Content Placeholder 2">
            <a:extLst>
              <a:ext uri="{FF2B5EF4-FFF2-40B4-BE49-F238E27FC236}">
                <a16:creationId xmlns:a16="http://schemas.microsoft.com/office/drawing/2014/main" id="{B382B3CA-EBF0-4324-BDE2-B14D144F1B71}"/>
              </a:ext>
            </a:extLst>
          </p:cNvPr>
          <p:cNvSpPr>
            <a:spLocks noGrp="1"/>
          </p:cNvSpPr>
          <p:nvPr>
            <p:ph idx="1" hasCustomPrompt="1"/>
          </p:nvPr>
        </p:nvSpPr>
        <p:spPr bwMode="gray">
          <a:xfrm>
            <a:off x="371475" y="1412875"/>
            <a:ext cx="5507850" cy="4824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29A13345-D8EA-438A-8BA9-E88672B7CBE9}"/>
              </a:ext>
            </a:extLst>
          </p:cNvPr>
          <p:cNvSpPr>
            <a:spLocks noGrp="1"/>
          </p:cNvSpPr>
          <p:nvPr>
            <p:ph idx="13" hasCustomPrompt="1"/>
          </p:nvPr>
        </p:nvSpPr>
        <p:spPr bwMode="gray">
          <a:xfrm>
            <a:off x="6311325" y="1412875"/>
            <a:ext cx="5507850" cy="4824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AFAE869D-BCA2-8F0B-47CA-6CBB5796213E}"/>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a:t>© 2023 NTT DATA Business Solutions</a:t>
            </a:r>
            <a:endParaRPr lang="pt-BR"/>
          </a:p>
        </p:txBody>
      </p:sp>
      <p:sp>
        <p:nvSpPr>
          <p:cNvPr id="11" name="Slide Number Placeholder 5">
            <a:extLst>
              <a:ext uri="{FF2B5EF4-FFF2-40B4-BE49-F238E27FC236}">
                <a16:creationId xmlns:a16="http://schemas.microsoft.com/office/drawing/2014/main" id="{C28F0063-4C19-496F-6F87-6795DABB8C1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a:p>
        </p:txBody>
      </p:sp>
    </p:spTree>
    <p:extLst>
      <p:ext uri="{BB962C8B-B14F-4D97-AF65-F5344CB8AC3E}">
        <p14:creationId xmlns:p14="http://schemas.microsoft.com/office/powerpoint/2010/main" val="248372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_Title and Three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855BA-9D9E-490E-B438-6BCC818F8EFF}"/>
              </a:ext>
            </a:extLst>
          </p:cNvPr>
          <p:cNvSpPr>
            <a:spLocks noGrp="1"/>
          </p:cNvSpPr>
          <p:nvPr>
            <p:ph type="title" hasCustomPrompt="1"/>
          </p:nvPr>
        </p:nvSpPr>
        <p:spPr bwMode="gray">
          <a:xfrm>
            <a:off x="371475" y="333375"/>
            <a:ext cx="11449050" cy="792000"/>
          </a:xfrm>
        </p:spPr>
        <p:txBody>
          <a:bodyPr vert="horz"/>
          <a:lstStyle/>
          <a:p>
            <a:r>
              <a:rPr lang="en-US"/>
              <a:t>Click to edit Master title style</a:t>
            </a:r>
          </a:p>
        </p:txBody>
      </p:sp>
      <p:sp>
        <p:nvSpPr>
          <p:cNvPr id="3" name="Content Placeholder 2">
            <a:extLst>
              <a:ext uri="{FF2B5EF4-FFF2-40B4-BE49-F238E27FC236}">
                <a16:creationId xmlns:a16="http://schemas.microsoft.com/office/drawing/2014/main" id="{B382B3CA-EBF0-4324-BDE2-B14D144F1B71}"/>
              </a:ext>
            </a:extLst>
          </p:cNvPr>
          <p:cNvSpPr>
            <a:spLocks noGrp="1"/>
          </p:cNvSpPr>
          <p:nvPr>
            <p:ph idx="1" hasCustomPrompt="1"/>
          </p:nvPr>
        </p:nvSpPr>
        <p:spPr bwMode="gray">
          <a:xfrm>
            <a:off x="371475" y="1412875"/>
            <a:ext cx="3657600" cy="482441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AFAE869D-BCA2-8F0B-47CA-6CBB5796213E}"/>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a:t>© 2023 NTT DATA Business Solutions</a:t>
            </a:r>
          </a:p>
        </p:txBody>
      </p:sp>
      <p:sp>
        <p:nvSpPr>
          <p:cNvPr id="11" name="Slide Number Placeholder 5">
            <a:extLst>
              <a:ext uri="{FF2B5EF4-FFF2-40B4-BE49-F238E27FC236}">
                <a16:creationId xmlns:a16="http://schemas.microsoft.com/office/drawing/2014/main" id="{C28F0063-4C19-496F-6F87-6795DABB8C1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a:p>
        </p:txBody>
      </p:sp>
      <p:sp>
        <p:nvSpPr>
          <p:cNvPr id="16" name="Content Placeholder 2">
            <a:extLst>
              <a:ext uri="{FF2B5EF4-FFF2-40B4-BE49-F238E27FC236}">
                <a16:creationId xmlns:a16="http://schemas.microsoft.com/office/drawing/2014/main" id="{326BC249-E151-BB39-D3D5-813D011EC4DE}"/>
              </a:ext>
            </a:extLst>
          </p:cNvPr>
          <p:cNvSpPr>
            <a:spLocks noGrp="1"/>
          </p:cNvSpPr>
          <p:nvPr>
            <p:ph idx="24" hasCustomPrompt="1"/>
          </p:nvPr>
        </p:nvSpPr>
        <p:spPr bwMode="gray">
          <a:xfrm>
            <a:off x="4267200" y="1412875"/>
            <a:ext cx="3657600" cy="482441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a:extLst>
              <a:ext uri="{FF2B5EF4-FFF2-40B4-BE49-F238E27FC236}">
                <a16:creationId xmlns:a16="http://schemas.microsoft.com/office/drawing/2014/main" id="{CAB7751F-4652-AD3B-A81E-E9DD7E8ECF31}"/>
              </a:ext>
            </a:extLst>
          </p:cNvPr>
          <p:cNvSpPr>
            <a:spLocks noGrp="1"/>
          </p:cNvSpPr>
          <p:nvPr>
            <p:ph idx="25" hasCustomPrompt="1"/>
          </p:nvPr>
        </p:nvSpPr>
        <p:spPr bwMode="gray">
          <a:xfrm>
            <a:off x="8162925" y="1412875"/>
            <a:ext cx="3657600" cy="482441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820380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_Title Subtitle Bod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855BA-9D9E-490E-B438-6BCC818F8EFF}"/>
              </a:ext>
            </a:extLst>
          </p:cNvPr>
          <p:cNvSpPr>
            <a:spLocks noGrp="1"/>
          </p:cNvSpPr>
          <p:nvPr>
            <p:ph type="title" hasCustomPrompt="1"/>
          </p:nvPr>
        </p:nvSpPr>
        <p:spPr bwMode="gray">
          <a:xfrm>
            <a:off x="371475" y="333375"/>
            <a:ext cx="11449050" cy="332399"/>
          </a:xfrm>
        </p:spPr>
        <p:txBody>
          <a:bodyPr vert="horz">
            <a:spAutoFit/>
          </a:bodyPr>
          <a:lstStyle/>
          <a:p>
            <a:r>
              <a:rPr lang="en-US"/>
              <a:t>Click to edit Master title style</a:t>
            </a:r>
          </a:p>
        </p:txBody>
      </p:sp>
      <p:sp>
        <p:nvSpPr>
          <p:cNvPr id="3" name="Content Placeholder 2">
            <a:extLst>
              <a:ext uri="{FF2B5EF4-FFF2-40B4-BE49-F238E27FC236}">
                <a16:creationId xmlns:a16="http://schemas.microsoft.com/office/drawing/2014/main" id="{B382B3CA-EBF0-4324-BDE2-B14D144F1B71}"/>
              </a:ext>
            </a:extLst>
          </p:cNvPr>
          <p:cNvSpPr>
            <a:spLocks noGrp="1"/>
          </p:cNvSpPr>
          <p:nvPr>
            <p:ph idx="1" hasCustomPrompt="1"/>
          </p:nvPr>
        </p:nvSpPr>
        <p:spPr bwMode="gray">
          <a:xfrm>
            <a:off x="371474" y="1412875"/>
            <a:ext cx="11449049" cy="4824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AFAE869D-BCA2-8F0B-47CA-6CBB5796213E}"/>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a:t>© 2023 NTT DATA Business Solutions</a:t>
            </a:r>
          </a:p>
        </p:txBody>
      </p:sp>
      <p:sp>
        <p:nvSpPr>
          <p:cNvPr id="11" name="Slide Number Placeholder 5">
            <a:extLst>
              <a:ext uri="{FF2B5EF4-FFF2-40B4-BE49-F238E27FC236}">
                <a16:creationId xmlns:a16="http://schemas.microsoft.com/office/drawing/2014/main" id="{C28F0063-4C19-496F-6F87-6795DABB8C1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a:p>
        </p:txBody>
      </p:sp>
      <p:sp>
        <p:nvSpPr>
          <p:cNvPr id="4" name="Text Placeholder 6">
            <a:extLst>
              <a:ext uri="{FF2B5EF4-FFF2-40B4-BE49-F238E27FC236}">
                <a16:creationId xmlns:a16="http://schemas.microsoft.com/office/drawing/2014/main" id="{9E5DDFBC-BBD8-FCF3-FDD5-BDAF7615B10F}"/>
              </a:ext>
            </a:extLst>
          </p:cNvPr>
          <p:cNvSpPr>
            <a:spLocks noGrp="1"/>
          </p:cNvSpPr>
          <p:nvPr>
            <p:ph type="body" sz="quarter" idx="14" hasCustomPrompt="1"/>
          </p:nvPr>
        </p:nvSpPr>
        <p:spPr bwMode="gray">
          <a:xfrm>
            <a:off x="371475" y="728663"/>
            <a:ext cx="11449050" cy="288000"/>
          </a:xfrm>
        </p:spPr>
        <p:txBody>
          <a:bodyPr/>
          <a:lstStyle>
            <a:lvl1pPr>
              <a:lnSpc>
                <a:spcPct val="100000"/>
              </a:lnSpc>
              <a:spcBef>
                <a:spcPts val="0"/>
              </a:spcBef>
              <a:defRPr sz="1800">
                <a:solidFill>
                  <a:schemeClr val="accent1"/>
                </a:solidFill>
              </a:defRPr>
            </a:lvl1pPr>
            <a:lvl2pPr>
              <a:defRPr sz="2000"/>
            </a:lvl2pPr>
            <a:lvl3pPr>
              <a:defRPr sz="2000"/>
            </a:lvl3pPr>
            <a:lvl4pPr>
              <a:defRPr sz="2000"/>
            </a:lvl4pPr>
            <a:lvl5pPr>
              <a:defRPr sz="2000"/>
            </a:lvl5pPr>
          </a:lstStyle>
          <a:p>
            <a:pPr lvl="0"/>
            <a:r>
              <a:rPr lang="en-US"/>
              <a:t>Click to edit Master text styles</a:t>
            </a:r>
          </a:p>
        </p:txBody>
      </p:sp>
    </p:spTree>
    <p:extLst>
      <p:ext uri="{BB962C8B-B14F-4D97-AF65-F5344CB8AC3E}">
        <p14:creationId xmlns:p14="http://schemas.microsoft.com/office/powerpoint/2010/main" val="40870824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_Blank_Light">
    <p:bg bwMode="gray">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16208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_Blank_Light with footer">
    <p:bg>
      <p:bgPr>
        <a:solidFill>
          <a:schemeClr val="tx1"/>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BB093E97-7B76-EAE6-8B05-F60EEDCE94B8}"/>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a:t>© 2023 NTT DATA Business Solutions</a:t>
            </a:r>
          </a:p>
        </p:txBody>
      </p:sp>
      <p:sp>
        <p:nvSpPr>
          <p:cNvPr id="4" name="Slide Number Placeholder 5">
            <a:extLst>
              <a:ext uri="{FF2B5EF4-FFF2-40B4-BE49-F238E27FC236}">
                <a16:creationId xmlns:a16="http://schemas.microsoft.com/office/drawing/2014/main" id="{DC15EF50-5A96-90F8-F18A-9D8143A4FF0D}"/>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a:p>
        </p:txBody>
      </p:sp>
    </p:spTree>
    <p:extLst>
      <p:ext uri="{BB962C8B-B14F-4D97-AF65-F5344CB8AC3E}">
        <p14:creationId xmlns:p14="http://schemas.microsoft.com/office/powerpoint/2010/main" val="5457465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_Picture Full Light">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40077599-73C2-4B77-944D-C34B64F408E3}"/>
              </a:ext>
            </a:extLst>
          </p:cNvPr>
          <p:cNvSpPr>
            <a:spLocks noGrp="1"/>
          </p:cNvSpPr>
          <p:nvPr>
            <p:ph type="pic" sz="quarter" idx="13" hasCustomPrompt="1"/>
          </p:nvPr>
        </p:nvSpPr>
        <p:spPr bwMode="gray">
          <a:xfrm>
            <a:off x="0" y="0"/>
            <a:ext cx="12192000" cy="6858000"/>
          </a:xfrm>
          <a:solidFill>
            <a:schemeClr val="tx1"/>
          </a:solidFill>
        </p:spPr>
        <p:txBody>
          <a:bodyPr anchor="ctr" anchorCtr="0"/>
          <a:lstStyle>
            <a:lvl1pPr algn="ctr">
              <a:defRPr sz="2000">
                <a:solidFill>
                  <a:srgbClr val="0072BC"/>
                </a:solidFill>
              </a:defRPr>
            </a:lvl1pPr>
          </a:lstStyle>
          <a:p>
            <a:r>
              <a:rPr lang="en-US"/>
              <a:t>Click to add picture</a:t>
            </a:r>
          </a:p>
        </p:txBody>
      </p:sp>
      <p:sp>
        <p:nvSpPr>
          <p:cNvPr id="2" name="Title 1">
            <a:extLst>
              <a:ext uri="{FF2B5EF4-FFF2-40B4-BE49-F238E27FC236}">
                <a16:creationId xmlns:a16="http://schemas.microsoft.com/office/drawing/2014/main" id="{08473574-5E40-4F4B-82BD-ECFABA52E2E4}"/>
              </a:ext>
            </a:extLst>
          </p:cNvPr>
          <p:cNvSpPr>
            <a:spLocks noGrp="1"/>
          </p:cNvSpPr>
          <p:nvPr>
            <p:ph type="title" hasCustomPrompt="1"/>
          </p:nvPr>
        </p:nvSpPr>
        <p:spPr bwMode="gray"/>
        <p:txBody>
          <a:bodyPr vert="horz"/>
          <a:lstStyle/>
          <a:p>
            <a:r>
              <a:rPr lang="en-US"/>
              <a:t>Click to edit Master title style</a:t>
            </a:r>
          </a:p>
        </p:txBody>
      </p:sp>
      <p:sp>
        <p:nvSpPr>
          <p:cNvPr id="11" name="Text Placeholder 10">
            <a:extLst>
              <a:ext uri="{FF2B5EF4-FFF2-40B4-BE49-F238E27FC236}">
                <a16:creationId xmlns:a16="http://schemas.microsoft.com/office/drawing/2014/main" id="{8CCAE21C-42ED-4CFD-A1E1-FE234323EC4E}"/>
              </a:ext>
            </a:extLst>
          </p:cNvPr>
          <p:cNvSpPr>
            <a:spLocks noGrp="1"/>
          </p:cNvSpPr>
          <p:nvPr>
            <p:ph type="body" sz="quarter" idx="14" hasCustomPrompt="1"/>
          </p:nvPr>
        </p:nvSpPr>
        <p:spPr bwMode="gray">
          <a:xfrm>
            <a:off x="0" y="5194300"/>
            <a:ext cx="12192000" cy="1663700"/>
          </a:xfrm>
          <a:gradFill>
            <a:gsLst>
              <a:gs pos="0">
                <a:schemeClr val="bg1"/>
              </a:gs>
              <a:gs pos="80000">
                <a:schemeClr val="bg1">
                  <a:alpha val="0"/>
                </a:schemeClr>
              </a:gs>
            </a:gsLst>
            <a:lin ang="16200000" scaled="1"/>
          </a:gradFill>
        </p:spPr>
        <p:txBody>
          <a:bodyPr vert="horz" wrap="square" lIns="0" tIns="0" rIns="0" bIns="0" rtlCol="0">
            <a:noAutofit/>
          </a:bodyPr>
          <a:lstStyle>
            <a:lvl1pPr>
              <a:defRPr lang="en-US" sz="100" dirty="0">
                <a:solidFill>
                  <a:schemeClr val="bg1"/>
                </a:solidFill>
              </a:defRPr>
            </a:lvl1pPr>
          </a:lstStyle>
          <a:p>
            <a:pPr lvl="0"/>
            <a:r>
              <a:rPr lang="en-US"/>
              <a:t>.</a:t>
            </a:r>
          </a:p>
        </p:txBody>
      </p:sp>
      <p:sp>
        <p:nvSpPr>
          <p:cNvPr id="13" name="Footer Placeholder 4">
            <a:extLst>
              <a:ext uri="{FF2B5EF4-FFF2-40B4-BE49-F238E27FC236}">
                <a16:creationId xmlns:a16="http://schemas.microsoft.com/office/drawing/2014/main" id="{55F7F56A-370B-17D8-1574-704076541262}"/>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a:t>© 2023 NTT DATA Business Solutions</a:t>
            </a:r>
          </a:p>
        </p:txBody>
      </p:sp>
      <p:sp>
        <p:nvSpPr>
          <p:cNvPr id="14" name="Slide Number Placeholder 5">
            <a:extLst>
              <a:ext uri="{FF2B5EF4-FFF2-40B4-BE49-F238E27FC236}">
                <a16:creationId xmlns:a16="http://schemas.microsoft.com/office/drawing/2014/main" id="{7E04D86C-67F3-2898-A9B9-7C78B586F281}"/>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a:p>
        </p:txBody>
      </p:sp>
      <p:sp>
        <p:nvSpPr>
          <p:cNvPr id="3" name="NTT DATA Global Logo" descr="NTT DATA Global Logo">
            <a:extLst>
              <a:ext uri="{FF2B5EF4-FFF2-40B4-BE49-F238E27FC236}">
                <a16:creationId xmlns:a16="http://schemas.microsoft.com/office/drawing/2014/main" id="{AAC9A100-4458-748B-AE62-3E3DB5DF4514}"/>
              </a:ext>
            </a:extLst>
          </p:cNvPr>
          <p:cNvSpPr txBox="1">
            <a:spLocks noChangeAspect="1"/>
          </p:cNvSpPr>
          <p:nvPr userDrawn="1"/>
        </p:nvSpPr>
        <p:spPr bwMode="gray">
          <a:xfrm>
            <a:off x="10531725" y="6449437"/>
            <a:ext cx="1288800" cy="263108"/>
          </a:xfrm>
          <a:prstGeom prst="rect">
            <a:avLst/>
          </a:prstGeom>
          <a:blipFill dpi="0" rotWithShape="1">
            <a:blip r:embed="rId2"/>
            <a:srcRect/>
            <a:stretch>
              <a:fillRect/>
            </a:stretch>
          </a:blipFill>
        </p:spPr>
        <p:txBody>
          <a:bodyPr wrap="none" lIns="0" tIns="0" rIns="0" bIns="0"/>
          <a:lstStyle>
            <a:lvl1pPr marL="0" indent="0" algn="l" defTabSz="914400" rtl="0" eaLnBrk="1" latinLnBrk="0" hangingPunct="1">
              <a:lnSpc>
                <a:spcPct val="100000"/>
              </a:lnSpc>
              <a:spcBef>
                <a:spcPts val="0"/>
              </a:spcBef>
              <a:spcAft>
                <a:spcPts val="600"/>
              </a:spcAft>
              <a:buFontTx/>
              <a:buNone/>
              <a:defRPr lang="en-US" sz="200" kern="1200">
                <a:solidFill>
                  <a:schemeClr val="accent2"/>
                </a:solidFill>
                <a:latin typeface="+mn-lt"/>
                <a:ea typeface="+mn-ea"/>
                <a:cs typeface="+mn-cs"/>
              </a:defRPr>
            </a:lvl1pPr>
            <a:lvl2pPr marL="285750" indent="-285750" algn="l" defTabSz="914400" rtl="0" eaLnBrk="1" latinLnBrk="0" hangingPunct="1">
              <a:lnSpc>
                <a:spcPct val="100000"/>
              </a:lnSpc>
              <a:spcBef>
                <a:spcPts val="500"/>
              </a:spcBef>
              <a:buClr>
                <a:schemeClr val="bg1"/>
              </a:buClr>
              <a:buFont typeface="Arial" panose="020B0604020202020204" pitchFamily="34" charset="0"/>
              <a:buChar char="•"/>
              <a:defRPr lang="en-US" sz="1800" kern="1200">
                <a:noFill/>
                <a:latin typeface="+mn-lt"/>
                <a:ea typeface="+mn-ea"/>
                <a:cs typeface="+mn-cs"/>
              </a:defRPr>
            </a:lvl2pPr>
            <a:lvl3pPr marL="536575" indent="-268288" algn="l" defTabSz="914400" rtl="0" eaLnBrk="1" latinLnBrk="0" hangingPunct="1">
              <a:lnSpc>
                <a:spcPct val="100000"/>
              </a:lnSpc>
              <a:spcBef>
                <a:spcPts val="500"/>
              </a:spcBef>
              <a:buClr>
                <a:schemeClr val="bg1"/>
              </a:buClr>
              <a:buFont typeface="Arial" panose="020B0604020202020204" pitchFamily="34" charset="0"/>
              <a:buChar char="»"/>
              <a:defRPr lang="en-US" sz="1600" kern="1200">
                <a:noFill/>
                <a:latin typeface="+mn-lt"/>
                <a:ea typeface="+mn-ea"/>
                <a:cs typeface="+mn-cs"/>
              </a:defRPr>
            </a:lvl3pPr>
            <a:lvl4pPr marL="804863" indent="-268288" algn="l" defTabSz="914400" rtl="0" eaLnBrk="1" latinLnBrk="0" hangingPunct="1">
              <a:lnSpc>
                <a:spcPct val="100000"/>
              </a:lnSpc>
              <a:spcBef>
                <a:spcPts val="500"/>
              </a:spcBef>
              <a:buClr>
                <a:schemeClr val="bg1"/>
              </a:buClr>
              <a:buFont typeface="Arial" panose="020B0604020202020204" pitchFamily="34" charset="0"/>
              <a:buChar char="•"/>
              <a:defRPr lang="en-US" sz="1600" kern="1200">
                <a:noFill/>
                <a:latin typeface="+mn-lt"/>
                <a:ea typeface="+mn-ea"/>
                <a:cs typeface="+mn-cs"/>
              </a:defRPr>
            </a:lvl4pPr>
            <a:lvl5pPr marL="1077913" indent="-273050" algn="l" defTabSz="914400" rtl="0" eaLnBrk="1" latinLnBrk="0" hangingPunct="1">
              <a:lnSpc>
                <a:spcPct val="100000"/>
              </a:lnSpc>
              <a:spcBef>
                <a:spcPts val="500"/>
              </a:spcBef>
              <a:buClr>
                <a:schemeClr val="bg1"/>
              </a:buClr>
              <a:buFont typeface="Arial" panose="020B0604020202020204" pitchFamily="34" charset="0"/>
              <a:buChar char="»"/>
              <a:defRPr lang="en-US" sz="1600" kern="1200">
                <a:no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9pPr>
          </a:lstStyle>
          <a:p>
            <a:r>
              <a:rPr lang="en-DE"/>
              <a:t> </a:t>
            </a:r>
          </a:p>
        </p:txBody>
      </p:sp>
    </p:spTree>
    <p:extLst>
      <p:ext uri="{BB962C8B-B14F-4D97-AF65-F5344CB8AC3E}">
        <p14:creationId xmlns:p14="http://schemas.microsoft.com/office/powerpoint/2010/main" val="23229609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C_Picture Right Light">
    <p:spTree>
      <p:nvGrpSpPr>
        <p:cNvPr id="1" name=""/>
        <p:cNvGrpSpPr/>
        <p:nvPr/>
      </p:nvGrpSpPr>
      <p:grpSpPr>
        <a:xfrm>
          <a:off x="0" y="0"/>
          <a:ext cx="0" cy="0"/>
          <a:chOff x="0" y="0"/>
          <a:chExt cx="0" cy="0"/>
        </a:xfrm>
      </p:grpSpPr>
      <p:sp>
        <p:nvSpPr>
          <p:cNvPr id="13" name="Picture Placeholder 4">
            <a:extLst>
              <a:ext uri="{FF2B5EF4-FFF2-40B4-BE49-F238E27FC236}">
                <a16:creationId xmlns:a16="http://schemas.microsoft.com/office/drawing/2014/main" id="{318A9578-38C1-F618-D2D6-E94DBB278B98}"/>
              </a:ext>
            </a:extLst>
          </p:cNvPr>
          <p:cNvSpPr>
            <a:spLocks noGrp="1"/>
          </p:cNvSpPr>
          <p:nvPr>
            <p:ph type="pic" sz="quarter" idx="28" hasCustomPrompt="1"/>
          </p:nvPr>
        </p:nvSpPr>
        <p:spPr bwMode="gray">
          <a:xfrm>
            <a:off x="8153400" y="0"/>
            <a:ext cx="4038600" cy="6858000"/>
          </a:xfrm>
          <a:prstGeom prst="rect">
            <a:avLst/>
          </a:prstGeom>
          <a:solidFill>
            <a:schemeClr val="accent6"/>
          </a:solidFill>
          <a:ln>
            <a:noFill/>
          </a:ln>
        </p:spPr>
        <p:txBody>
          <a:bodyPr tIns="2743200"/>
          <a:lstStyle>
            <a:lvl1pPr marL="0" indent="0" algn="ctr">
              <a:buNone/>
              <a:defRPr sz="2000">
                <a:solidFill>
                  <a:schemeClr val="tx1"/>
                </a:solidFill>
              </a:defRPr>
            </a:lvl1pPr>
          </a:lstStyle>
          <a:p>
            <a:r>
              <a:rPr lang="en-US"/>
              <a:t>Click to add picture</a:t>
            </a:r>
          </a:p>
        </p:txBody>
      </p:sp>
      <p:sp>
        <p:nvSpPr>
          <p:cNvPr id="14" name="Text Placeholder 5">
            <a:extLst>
              <a:ext uri="{FF2B5EF4-FFF2-40B4-BE49-F238E27FC236}">
                <a16:creationId xmlns:a16="http://schemas.microsoft.com/office/drawing/2014/main" id="{B6E0CB35-CBF9-AFA5-830C-F4D86F088977}"/>
              </a:ext>
            </a:extLst>
          </p:cNvPr>
          <p:cNvSpPr>
            <a:spLocks noGrp="1"/>
          </p:cNvSpPr>
          <p:nvPr>
            <p:ph type="body" sz="quarter" idx="29" hasCustomPrompt="1"/>
          </p:nvPr>
        </p:nvSpPr>
        <p:spPr bwMode="gray">
          <a:xfrm>
            <a:off x="8153400" y="5202000"/>
            <a:ext cx="4038600" cy="1656000"/>
          </a:xfrm>
          <a:gradFill>
            <a:gsLst>
              <a:gs pos="0">
                <a:schemeClr val="bg1"/>
              </a:gs>
              <a:gs pos="80000">
                <a:schemeClr val="bg1">
                  <a:alpha val="0"/>
                </a:schemeClr>
              </a:gs>
            </a:gsLst>
            <a:lin ang="16200000" scaled="1"/>
          </a:gradFill>
          <a:ln>
            <a:noFill/>
          </a:ln>
        </p:spPr>
        <p:txBody>
          <a:bodyPr vert="horz" wrap="square" lIns="0" tIns="0" rIns="0" bIns="0" rtlCol="0">
            <a:noAutofit/>
          </a:bodyPr>
          <a:lstStyle>
            <a:lvl1pPr>
              <a:defRPr lang="en-US" sz="100" dirty="0">
                <a:solidFill>
                  <a:schemeClr val="bg1"/>
                </a:solidFill>
              </a:defRPr>
            </a:lvl1pPr>
          </a:lstStyle>
          <a:p>
            <a:pPr lvl="0"/>
            <a:r>
              <a:rPr lang="en-US"/>
              <a:t> </a:t>
            </a:r>
          </a:p>
        </p:txBody>
      </p:sp>
      <p:sp>
        <p:nvSpPr>
          <p:cNvPr id="6" name="Title 5">
            <a:extLst>
              <a:ext uri="{FF2B5EF4-FFF2-40B4-BE49-F238E27FC236}">
                <a16:creationId xmlns:a16="http://schemas.microsoft.com/office/drawing/2014/main" id="{07792201-616E-4C9D-B2C5-4900CE58E947}"/>
              </a:ext>
            </a:extLst>
          </p:cNvPr>
          <p:cNvSpPr>
            <a:spLocks noGrp="1"/>
          </p:cNvSpPr>
          <p:nvPr>
            <p:ph type="title" hasCustomPrompt="1"/>
          </p:nvPr>
        </p:nvSpPr>
        <p:spPr bwMode="gray">
          <a:xfrm>
            <a:off x="371475" y="333375"/>
            <a:ext cx="11449050" cy="792000"/>
          </a:xfrm>
        </p:spPr>
        <p:txBody>
          <a:bodyPr vert="horz"/>
          <a:lstStyle/>
          <a:p>
            <a:r>
              <a:rPr lang="en-US"/>
              <a:t>Click to edit Master title style</a:t>
            </a:r>
          </a:p>
        </p:txBody>
      </p:sp>
      <p:sp>
        <p:nvSpPr>
          <p:cNvPr id="4" name="Footer Placeholder 4">
            <a:extLst>
              <a:ext uri="{FF2B5EF4-FFF2-40B4-BE49-F238E27FC236}">
                <a16:creationId xmlns:a16="http://schemas.microsoft.com/office/drawing/2014/main" id="{CE3B8E11-1E99-8E14-7DC2-2A5585E8FA2F}"/>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a:t>© 2023 NTT DATA Business Solutions</a:t>
            </a:r>
          </a:p>
        </p:txBody>
      </p:sp>
      <p:sp>
        <p:nvSpPr>
          <p:cNvPr id="5" name="Slide Number Placeholder 5">
            <a:extLst>
              <a:ext uri="{FF2B5EF4-FFF2-40B4-BE49-F238E27FC236}">
                <a16:creationId xmlns:a16="http://schemas.microsoft.com/office/drawing/2014/main" id="{C894E80A-235B-AC62-CD2D-E4D54353CE6C}"/>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a:p>
        </p:txBody>
      </p:sp>
      <p:sp>
        <p:nvSpPr>
          <p:cNvPr id="7" name="Textplatzhalter 6">
            <a:extLst>
              <a:ext uri="{FF2B5EF4-FFF2-40B4-BE49-F238E27FC236}">
                <a16:creationId xmlns:a16="http://schemas.microsoft.com/office/drawing/2014/main" id="{123A48BA-9053-57A9-84AD-74E47A8839EE}"/>
              </a:ext>
            </a:extLst>
          </p:cNvPr>
          <p:cNvSpPr>
            <a:spLocks noGrp="1"/>
          </p:cNvSpPr>
          <p:nvPr>
            <p:ph type="body" sz="quarter" idx="30" hasCustomPrompt="1"/>
          </p:nvPr>
        </p:nvSpPr>
        <p:spPr bwMode="gray">
          <a:xfrm>
            <a:off x="10531725" y="6449745"/>
            <a:ext cx="1288800" cy="262800"/>
          </a:xfrm>
          <a:blipFill>
            <a:blip r:embed="rId2"/>
            <a:stretch>
              <a:fillRect/>
            </a:stretch>
          </a:blipFill>
        </p:spPr>
        <p:txBody>
          <a:bodyPr/>
          <a:lstStyle>
            <a:lvl1pPr>
              <a:defRPr/>
            </a:lvl1pPr>
          </a:lstStyle>
          <a:p>
            <a:pPr lvl="0"/>
            <a:r>
              <a:rPr lang="de-DE"/>
              <a:t> </a:t>
            </a:r>
            <a:endParaRPr lang="en-GB"/>
          </a:p>
        </p:txBody>
      </p:sp>
    </p:spTree>
    <p:extLst>
      <p:ext uri="{BB962C8B-B14F-4D97-AF65-F5344CB8AC3E}">
        <p14:creationId xmlns:p14="http://schemas.microsoft.com/office/powerpoint/2010/main" val="961069829"/>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_Picture Left Light">
    <p:spTree>
      <p:nvGrpSpPr>
        <p:cNvPr id="1" name=""/>
        <p:cNvGrpSpPr/>
        <p:nvPr/>
      </p:nvGrpSpPr>
      <p:grpSpPr>
        <a:xfrm>
          <a:off x="0" y="0"/>
          <a:ext cx="0" cy="0"/>
          <a:chOff x="0" y="0"/>
          <a:chExt cx="0" cy="0"/>
        </a:xfrm>
      </p:grpSpPr>
      <p:sp>
        <p:nvSpPr>
          <p:cNvPr id="8" name="Picture Placeholder 4">
            <a:extLst>
              <a:ext uri="{FF2B5EF4-FFF2-40B4-BE49-F238E27FC236}">
                <a16:creationId xmlns:a16="http://schemas.microsoft.com/office/drawing/2014/main" id="{7F7A191D-6071-E779-7F2E-34886D0882B7}"/>
              </a:ext>
            </a:extLst>
          </p:cNvPr>
          <p:cNvSpPr>
            <a:spLocks noGrp="1"/>
          </p:cNvSpPr>
          <p:nvPr>
            <p:ph type="pic" sz="quarter" idx="12" hasCustomPrompt="1"/>
          </p:nvPr>
        </p:nvSpPr>
        <p:spPr bwMode="gray">
          <a:xfrm>
            <a:off x="0" y="0"/>
            <a:ext cx="4038600" cy="6858000"/>
          </a:xfrm>
          <a:prstGeom prst="rect">
            <a:avLst/>
          </a:prstGeom>
          <a:solidFill>
            <a:schemeClr val="accent6"/>
          </a:solidFill>
        </p:spPr>
        <p:txBody>
          <a:bodyPr tIns="2743200"/>
          <a:lstStyle>
            <a:lvl1pPr marL="0" indent="0" algn="ctr">
              <a:buNone/>
              <a:defRPr sz="2000">
                <a:solidFill>
                  <a:schemeClr val="tx1"/>
                </a:solidFill>
              </a:defRPr>
            </a:lvl1pPr>
          </a:lstStyle>
          <a:p>
            <a:r>
              <a:rPr lang="en-US"/>
              <a:t>Click to add picture</a:t>
            </a:r>
          </a:p>
        </p:txBody>
      </p:sp>
      <p:sp>
        <p:nvSpPr>
          <p:cNvPr id="6" name="Title 5">
            <a:extLst>
              <a:ext uri="{FF2B5EF4-FFF2-40B4-BE49-F238E27FC236}">
                <a16:creationId xmlns:a16="http://schemas.microsoft.com/office/drawing/2014/main" id="{07792201-616E-4C9D-B2C5-4900CE58E947}"/>
              </a:ext>
            </a:extLst>
          </p:cNvPr>
          <p:cNvSpPr>
            <a:spLocks noGrp="1"/>
          </p:cNvSpPr>
          <p:nvPr>
            <p:ph type="title" hasCustomPrompt="1"/>
          </p:nvPr>
        </p:nvSpPr>
        <p:spPr bwMode="gray">
          <a:xfrm>
            <a:off x="4495799" y="333375"/>
            <a:ext cx="7324725" cy="792000"/>
          </a:xfrm>
        </p:spPr>
        <p:txBody>
          <a:bodyPr vert="horz"/>
          <a:lstStyle/>
          <a:p>
            <a:r>
              <a:rPr lang="en-US"/>
              <a:t>Click to edit Master title style</a:t>
            </a:r>
          </a:p>
        </p:txBody>
      </p:sp>
      <p:sp>
        <p:nvSpPr>
          <p:cNvPr id="5" name="Slide Number Placeholder 5">
            <a:extLst>
              <a:ext uri="{FF2B5EF4-FFF2-40B4-BE49-F238E27FC236}">
                <a16:creationId xmlns:a16="http://schemas.microsoft.com/office/drawing/2014/main" id="{C894E80A-235B-AC62-CD2D-E4D54353CE6C}"/>
              </a:ext>
            </a:extLst>
          </p:cNvPr>
          <p:cNvSpPr>
            <a:spLocks noGrp="1"/>
          </p:cNvSpPr>
          <p:nvPr>
            <p:ph type="sldNum" sz="quarter" idx="4"/>
          </p:nvPr>
        </p:nvSpPr>
        <p:spPr bwMode="gray">
          <a:xfrm>
            <a:off x="7777162"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a:p>
        </p:txBody>
      </p:sp>
      <p:sp>
        <p:nvSpPr>
          <p:cNvPr id="11" name="Text Placeholder 5">
            <a:extLst>
              <a:ext uri="{FF2B5EF4-FFF2-40B4-BE49-F238E27FC236}">
                <a16:creationId xmlns:a16="http://schemas.microsoft.com/office/drawing/2014/main" id="{A5DF90C5-2F99-EF32-CBEA-23287BDE2447}"/>
              </a:ext>
            </a:extLst>
          </p:cNvPr>
          <p:cNvSpPr>
            <a:spLocks noGrp="1"/>
          </p:cNvSpPr>
          <p:nvPr>
            <p:ph type="body" sz="quarter" idx="27" hasCustomPrompt="1"/>
          </p:nvPr>
        </p:nvSpPr>
        <p:spPr bwMode="gray">
          <a:xfrm>
            <a:off x="0" y="5202000"/>
            <a:ext cx="4038600" cy="1656000"/>
          </a:xfrm>
          <a:gradFill>
            <a:gsLst>
              <a:gs pos="0">
                <a:schemeClr val="bg1"/>
              </a:gs>
              <a:gs pos="80000">
                <a:schemeClr val="bg1">
                  <a:alpha val="0"/>
                </a:schemeClr>
              </a:gs>
            </a:gsLst>
            <a:lin ang="16200000" scaled="1"/>
          </a:gradFill>
        </p:spPr>
        <p:txBody>
          <a:bodyPr vert="horz" wrap="square" lIns="0" tIns="0" rIns="0" bIns="0" rtlCol="0">
            <a:noAutofit/>
          </a:bodyPr>
          <a:lstStyle>
            <a:lvl1pPr>
              <a:defRPr lang="en-US" sz="100" dirty="0">
                <a:solidFill>
                  <a:schemeClr val="bg1"/>
                </a:solidFill>
              </a:defRPr>
            </a:lvl1pPr>
          </a:lstStyle>
          <a:p>
            <a:pPr lvl="0"/>
            <a:r>
              <a:rPr lang="en-US"/>
              <a:t> </a:t>
            </a:r>
          </a:p>
        </p:txBody>
      </p:sp>
      <p:sp>
        <p:nvSpPr>
          <p:cNvPr id="9" name="Footer Placeholder 4">
            <a:extLst>
              <a:ext uri="{FF2B5EF4-FFF2-40B4-BE49-F238E27FC236}">
                <a16:creationId xmlns:a16="http://schemas.microsoft.com/office/drawing/2014/main" id="{0E1D6E42-CF16-1247-063C-E673C2660B10}"/>
              </a:ext>
            </a:extLst>
          </p:cNvPr>
          <p:cNvSpPr>
            <a:spLocks noGrp="1"/>
          </p:cNvSpPr>
          <p:nvPr>
            <p:ph type="ftr" sz="quarter" idx="3"/>
          </p:nvPr>
        </p:nvSpPr>
        <p:spPr bwMode="gray">
          <a:xfrm>
            <a:off x="4495800" y="6563358"/>
            <a:ext cx="3202940"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a:t>© 2023 NTT DATA Business Solutions</a:t>
            </a:r>
          </a:p>
        </p:txBody>
      </p:sp>
    </p:spTree>
    <p:extLst>
      <p:ext uri="{BB962C8B-B14F-4D97-AF65-F5344CB8AC3E}">
        <p14:creationId xmlns:p14="http://schemas.microsoft.com/office/powerpoint/2010/main" val="3779628731"/>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_Picture Bottom Light">
    <p:spTree>
      <p:nvGrpSpPr>
        <p:cNvPr id="1" name=""/>
        <p:cNvGrpSpPr/>
        <p:nvPr/>
      </p:nvGrpSpPr>
      <p:grpSpPr>
        <a:xfrm>
          <a:off x="0" y="0"/>
          <a:ext cx="0" cy="0"/>
          <a:chOff x="0" y="0"/>
          <a:chExt cx="0" cy="0"/>
        </a:xfrm>
      </p:grpSpPr>
      <p:sp>
        <p:nvSpPr>
          <p:cNvPr id="6" name="Picture Placeholder 4">
            <a:extLst>
              <a:ext uri="{FF2B5EF4-FFF2-40B4-BE49-F238E27FC236}">
                <a16:creationId xmlns:a16="http://schemas.microsoft.com/office/drawing/2014/main" id="{64ED725C-5701-90B3-92A2-BAE98517DD4F}"/>
              </a:ext>
            </a:extLst>
          </p:cNvPr>
          <p:cNvSpPr>
            <a:spLocks noGrp="1"/>
          </p:cNvSpPr>
          <p:nvPr>
            <p:ph type="pic" sz="quarter" idx="13" hasCustomPrompt="1"/>
          </p:nvPr>
        </p:nvSpPr>
        <p:spPr bwMode="gray">
          <a:xfrm>
            <a:off x="0" y="3352800"/>
            <a:ext cx="12192000" cy="3509682"/>
          </a:xfrm>
          <a:prstGeom prst="rect">
            <a:avLst/>
          </a:prstGeom>
          <a:solidFill>
            <a:schemeClr val="accent6">
              <a:lumMod val="60000"/>
              <a:lumOff val="40000"/>
            </a:schemeClr>
          </a:solidFill>
        </p:spPr>
        <p:txBody>
          <a:bodyPr lIns="0" tIns="0" rIns="0" bIns="0" anchor="ctr"/>
          <a:lstStyle>
            <a:lvl1pPr marL="0" indent="0" algn="ctr">
              <a:buFontTx/>
              <a:buNone/>
              <a:defRPr sz="2400">
                <a:solidFill>
                  <a:schemeClr val="tx2"/>
                </a:solidFill>
                <a:latin typeface="+mn-lt"/>
              </a:defRPr>
            </a:lvl1pPr>
          </a:lstStyle>
          <a:p>
            <a:pPr marL="0" marR="0" lvl="0" indent="0" algn="ctr" defTabSz="914400" rtl="0" eaLnBrk="1" fontAlgn="auto" latinLnBrk="0" hangingPunct="1">
              <a:lnSpc>
                <a:spcPct val="100000"/>
              </a:lnSpc>
              <a:spcBef>
                <a:spcPts val="1000"/>
              </a:spcBef>
              <a:spcAft>
                <a:spcPts val="0"/>
              </a:spcAft>
              <a:buClrTx/>
              <a:buSzTx/>
              <a:buFontTx/>
              <a:buNone/>
              <a:tabLst/>
              <a:defRPr/>
            </a:pPr>
            <a:r>
              <a:rPr lang="en-US"/>
              <a:t>Click to add image.</a:t>
            </a:r>
            <a:br>
              <a:rPr lang="en-US"/>
            </a:br>
            <a:r>
              <a:rPr lang="en-US"/>
              <a:t>Then Reorder: Send to back</a:t>
            </a:r>
          </a:p>
        </p:txBody>
      </p:sp>
      <p:sp>
        <p:nvSpPr>
          <p:cNvPr id="16" name="Text Placeholder 5">
            <a:extLst>
              <a:ext uri="{FF2B5EF4-FFF2-40B4-BE49-F238E27FC236}">
                <a16:creationId xmlns:a16="http://schemas.microsoft.com/office/drawing/2014/main" id="{D008BF2A-3887-409B-2567-9779543E991D}"/>
              </a:ext>
            </a:extLst>
          </p:cNvPr>
          <p:cNvSpPr>
            <a:spLocks noGrp="1"/>
          </p:cNvSpPr>
          <p:nvPr>
            <p:ph type="body" sz="quarter" idx="27" hasCustomPrompt="1"/>
          </p:nvPr>
        </p:nvSpPr>
        <p:spPr bwMode="gray">
          <a:xfrm>
            <a:off x="0" y="5202000"/>
            <a:ext cx="12192000" cy="1656000"/>
          </a:xfrm>
          <a:gradFill>
            <a:gsLst>
              <a:gs pos="0">
                <a:schemeClr val="bg1"/>
              </a:gs>
              <a:gs pos="80000">
                <a:schemeClr val="bg1">
                  <a:alpha val="0"/>
                </a:schemeClr>
              </a:gs>
            </a:gsLst>
            <a:lin ang="16200000" scaled="1"/>
          </a:gradFill>
        </p:spPr>
        <p:txBody>
          <a:bodyPr vert="horz" wrap="square" lIns="0" tIns="0" rIns="0" bIns="0" rtlCol="0">
            <a:noAutofit/>
          </a:bodyPr>
          <a:lstStyle>
            <a:lvl1pPr>
              <a:defRPr lang="en-US" sz="100" dirty="0">
                <a:solidFill>
                  <a:schemeClr val="bg1"/>
                </a:solidFill>
              </a:defRPr>
            </a:lvl1pPr>
          </a:lstStyle>
          <a:p>
            <a:pPr lvl="0"/>
            <a:r>
              <a:rPr lang="en-US"/>
              <a:t> </a:t>
            </a:r>
          </a:p>
        </p:txBody>
      </p:sp>
      <p:sp>
        <p:nvSpPr>
          <p:cNvPr id="10" name="Footer Placeholder 4">
            <a:extLst>
              <a:ext uri="{FF2B5EF4-FFF2-40B4-BE49-F238E27FC236}">
                <a16:creationId xmlns:a16="http://schemas.microsoft.com/office/drawing/2014/main" id="{87A8D542-4123-5D52-32A8-5A10FF2E7D6F}"/>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a:t>© 2023 NTT DATA Business Solutions</a:t>
            </a:r>
          </a:p>
        </p:txBody>
      </p:sp>
      <p:sp>
        <p:nvSpPr>
          <p:cNvPr id="15" name="Slide Number Placeholder 5">
            <a:extLst>
              <a:ext uri="{FF2B5EF4-FFF2-40B4-BE49-F238E27FC236}">
                <a16:creationId xmlns:a16="http://schemas.microsoft.com/office/drawing/2014/main" id="{3F919FBB-9A4E-7FAD-B0F2-5D660792C32E}"/>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a:p>
        </p:txBody>
      </p:sp>
      <p:sp>
        <p:nvSpPr>
          <p:cNvPr id="18" name="Title 5">
            <a:extLst>
              <a:ext uri="{FF2B5EF4-FFF2-40B4-BE49-F238E27FC236}">
                <a16:creationId xmlns:a16="http://schemas.microsoft.com/office/drawing/2014/main" id="{685F5729-4D42-77C1-FCC6-A3E027B0D91F}"/>
              </a:ext>
            </a:extLst>
          </p:cNvPr>
          <p:cNvSpPr>
            <a:spLocks noGrp="1"/>
          </p:cNvSpPr>
          <p:nvPr>
            <p:ph type="title" hasCustomPrompt="1"/>
          </p:nvPr>
        </p:nvSpPr>
        <p:spPr bwMode="gray">
          <a:xfrm>
            <a:off x="371475" y="333375"/>
            <a:ext cx="11449050" cy="792000"/>
          </a:xfrm>
        </p:spPr>
        <p:txBody>
          <a:bodyPr vert="horz"/>
          <a:lstStyle/>
          <a:p>
            <a:r>
              <a:rPr lang="en-US"/>
              <a:t>Click to edit Master title style</a:t>
            </a:r>
          </a:p>
        </p:txBody>
      </p:sp>
      <p:sp>
        <p:nvSpPr>
          <p:cNvPr id="3" name="Textplatzhalter 6">
            <a:extLst>
              <a:ext uri="{FF2B5EF4-FFF2-40B4-BE49-F238E27FC236}">
                <a16:creationId xmlns:a16="http://schemas.microsoft.com/office/drawing/2014/main" id="{3332E3DA-1D9C-AE98-90B7-99F86957B3D1}"/>
              </a:ext>
            </a:extLst>
          </p:cNvPr>
          <p:cNvSpPr>
            <a:spLocks noGrp="1"/>
          </p:cNvSpPr>
          <p:nvPr>
            <p:ph type="body" sz="quarter" idx="30" hasCustomPrompt="1"/>
          </p:nvPr>
        </p:nvSpPr>
        <p:spPr bwMode="gray">
          <a:xfrm>
            <a:off x="10531725" y="6449745"/>
            <a:ext cx="1288800" cy="262800"/>
          </a:xfrm>
          <a:blipFill>
            <a:blip r:embed="rId2"/>
            <a:stretch>
              <a:fillRect/>
            </a:stretch>
          </a:blipFill>
        </p:spPr>
        <p:txBody>
          <a:bodyPr/>
          <a:lstStyle>
            <a:lvl1pPr>
              <a:defRPr/>
            </a:lvl1pPr>
          </a:lstStyle>
          <a:p>
            <a:pPr lvl="0"/>
            <a:r>
              <a:rPr lang="de-DE"/>
              <a:t> </a:t>
            </a:r>
            <a:endParaRPr lang="en-GB"/>
          </a:p>
        </p:txBody>
      </p:sp>
    </p:spTree>
    <p:extLst>
      <p:ext uri="{BB962C8B-B14F-4D97-AF65-F5344CB8AC3E}">
        <p14:creationId xmlns:p14="http://schemas.microsoft.com/office/powerpoint/2010/main" val="183309132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_Pictures Three Ligh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2799AD32-EACB-40FD-ACFA-9178E8D00357}"/>
              </a:ext>
            </a:extLst>
          </p:cNvPr>
          <p:cNvSpPr>
            <a:spLocks noGrp="1"/>
          </p:cNvSpPr>
          <p:nvPr>
            <p:ph type="pic" sz="quarter" idx="13" hasCustomPrompt="1"/>
          </p:nvPr>
        </p:nvSpPr>
        <p:spPr bwMode="gray">
          <a:xfrm>
            <a:off x="1" y="1412875"/>
            <a:ext cx="4015999" cy="2772000"/>
          </a:xfrm>
          <a:solidFill>
            <a:schemeClr val="accent6"/>
          </a:solidFill>
        </p:spPr>
        <p:txBody>
          <a:bodyPr anchor="ctr" anchorCtr="0"/>
          <a:lstStyle>
            <a:lvl1pPr algn="ctr">
              <a:defRPr sz="2000">
                <a:solidFill>
                  <a:schemeClr val="bg1"/>
                </a:solidFill>
              </a:defRPr>
            </a:lvl1pPr>
          </a:lstStyle>
          <a:p>
            <a:r>
              <a:rPr lang="en-US"/>
              <a:t>Click icon to add picture</a:t>
            </a:r>
          </a:p>
        </p:txBody>
      </p:sp>
      <p:sp>
        <p:nvSpPr>
          <p:cNvPr id="8" name="Picture Placeholder 6">
            <a:extLst>
              <a:ext uri="{FF2B5EF4-FFF2-40B4-BE49-F238E27FC236}">
                <a16:creationId xmlns:a16="http://schemas.microsoft.com/office/drawing/2014/main" id="{C73D5620-2B8C-49E1-ADF3-9ADE2BF3BA3C}"/>
              </a:ext>
            </a:extLst>
          </p:cNvPr>
          <p:cNvSpPr>
            <a:spLocks noGrp="1"/>
          </p:cNvSpPr>
          <p:nvPr>
            <p:ph type="pic" sz="quarter" idx="14" hasCustomPrompt="1"/>
          </p:nvPr>
        </p:nvSpPr>
        <p:spPr bwMode="gray">
          <a:xfrm>
            <a:off x="4088000" y="1412875"/>
            <a:ext cx="4015999" cy="2772000"/>
          </a:xfrm>
          <a:solidFill>
            <a:schemeClr val="accent6"/>
          </a:solidFill>
        </p:spPr>
        <p:txBody>
          <a:bodyPr anchor="ctr" anchorCtr="0"/>
          <a:lstStyle>
            <a:lvl1pPr algn="ctr">
              <a:defRPr sz="2000">
                <a:solidFill>
                  <a:schemeClr val="bg1"/>
                </a:solidFill>
              </a:defRPr>
            </a:lvl1pPr>
          </a:lstStyle>
          <a:p>
            <a:r>
              <a:rPr lang="en-US"/>
              <a:t>Click icon to add picture</a:t>
            </a:r>
          </a:p>
        </p:txBody>
      </p:sp>
      <p:sp>
        <p:nvSpPr>
          <p:cNvPr id="9" name="Picture Placeholder 6">
            <a:extLst>
              <a:ext uri="{FF2B5EF4-FFF2-40B4-BE49-F238E27FC236}">
                <a16:creationId xmlns:a16="http://schemas.microsoft.com/office/drawing/2014/main" id="{A31D45D1-5334-4DD5-8154-DAD52B3C3972}"/>
              </a:ext>
            </a:extLst>
          </p:cNvPr>
          <p:cNvSpPr>
            <a:spLocks noGrp="1"/>
          </p:cNvSpPr>
          <p:nvPr>
            <p:ph type="pic" sz="quarter" idx="15" hasCustomPrompt="1"/>
          </p:nvPr>
        </p:nvSpPr>
        <p:spPr bwMode="gray">
          <a:xfrm>
            <a:off x="8175999" y="1412875"/>
            <a:ext cx="4015999" cy="2772000"/>
          </a:xfrm>
          <a:solidFill>
            <a:schemeClr val="accent6"/>
          </a:solidFill>
        </p:spPr>
        <p:txBody>
          <a:bodyPr anchor="ctr" anchorCtr="0"/>
          <a:lstStyle>
            <a:lvl1pPr algn="ctr">
              <a:defRPr sz="2000">
                <a:solidFill>
                  <a:schemeClr val="bg1"/>
                </a:solidFill>
              </a:defRPr>
            </a:lvl1pPr>
          </a:lstStyle>
          <a:p>
            <a:r>
              <a:rPr lang="en-US"/>
              <a:t>Click icon to add picture</a:t>
            </a:r>
          </a:p>
        </p:txBody>
      </p:sp>
      <p:sp>
        <p:nvSpPr>
          <p:cNvPr id="6" name="Title 5">
            <a:extLst>
              <a:ext uri="{FF2B5EF4-FFF2-40B4-BE49-F238E27FC236}">
                <a16:creationId xmlns:a16="http://schemas.microsoft.com/office/drawing/2014/main" id="{07792201-616E-4C9D-B2C5-4900CE58E947}"/>
              </a:ext>
            </a:extLst>
          </p:cNvPr>
          <p:cNvSpPr>
            <a:spLocks noGrp="1"/>
          </p:cNvSpPr>
          <p:nvPr>
            <p:ph type="title" hasCustomPrompt="1"/>
          </p:nvPr>
        </p:nvSpPr>
        <p:spPr bwMode="gray"/>
        <p:txBody>
          <a:bodyPr vert="horz"/>
          <a:lstStyle/>
          <a:p>
            <a:r>
              <a:rPr lang="en-US"/>
              <a:t>Click to edit Master title style</a:t>
            </a:r>
          </a:p>
        </p:txBody>
      </p:sp>
      <p:sp>
        <p:nvSpPr>
          <p:cNvPr id="4" name="Footer Placeholder 4">
            <a:extLst>
              <a:ext uri="{FF2B5EF4-FFF2-40B4-BE49-F238E27FC236}">
                <a16:creationId xmlns:a16="http://schemas.microsoft.com/office/drawing/2014/main" id="{CE3B8E11-1E99-8E14-7DC2-2A5585E8FA2F}"/>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a:t>© 2023 NTT DATA Business Solutions</a:t>
            </a:r>
          </a:p>
        </p:txBody>
      </p:sp>
      <p:sp>
        <p:nvSpPr>
          <p:cNvPr id="5" name="Slide Number Placeholder 5">
            <a:extLst>
              <a:ext uri="{FF2B5EF4-FFF2-40B4-BE49-F238E27FC236}">
                <a16:creationId xmlns:a16="http://schemas.microsoft.com/office/drawing/2014/main" id="{C894E80A-235B-AC62-CD2D-E4D54353CE6C}"/>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a:p>
        </p:txBody>
      </p:sp>
      <p:sp>
        <p:nvSpPr>
          <p:cNvPr id="11" name="Textplatzhalter 13">
            <a:extLst>
              <a:ext uri="{FF2B5EF4-FFF2-40B4-BE49-F238E27FC236}">
                <a16:creationId xmlns:a16="http://schemas.microsoft.com/office/drawing/2014/main" id="{37810C3F-8126-9187-298C-78C18E4DEC1A}"/>
              </a:ext>
            </a:extLst>
          </p:cNvPr>
          <p:cNvSpPr>
            <a:spLocks noGrp="1"/>
          </p:cNvSpPr>
          <p:nvPr>
            <p:ph type="body" sz="quarter" idx="16"/>
          </p:nvPr>
        </p:nvSpPr>
        <p:spPr bwMode="gray">
          <a:xfrm>
            <a:off x="371475" y="4378960"/>
            <a:ext cx="3657600" cy="18576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12" name="Textplatzhalter 13">
            <a:extLst>
              <a:ext uri="{FF2B5EF4-FFF2-40B4-BE49-F238E27FC236}">
                <a16:creationId xmlns:a16="http://schemas.microsoft.com/office/drawing/2014/main" id="{9362F217-E245-B1E7-6E7D-C2737EF5C818}"/>
              </a:ext>
            </a:extLst>
          </p:cNvPr>
          <p:cNvSpPr>
            <a:spLocks noGrp="1"/>
          </p:cNvSpPr>
          <p:nvPr>
            <p:ph type="body" sz="quarter" idx="17"/>
          </p:nvPr>
        </p:nvSpPr>
        <p:spPr bwMode="gray">
          <a:xfrm>
            <a:off x="4267201" y="4378960"/>
            <a:ext cx="3657600" cy="18576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13" name="Textplatzhalter 13">
            <a:extLst>
              <a:ext uri="{FF2B5EF4-FFF2-40B4-BE49-F238E27FC236}">
                <a16:creationId xmlns:a16="http://schemas.microsoft.com/office/drawing/2014/main" id="{08BFE69C-6456-64E6-6838-D713604E3E3E}"/>
              </a:ext>
            </a:extLst>
          </p:cNvPr>
          <p:cNvSpPr>
            <a:spLocks noGrp="1"/>
          </p:cNvSpPr>
          <p:nvPr>
            <p:ph type="body" sz="quarter" idx="18"/>
          </p:nvPr>
        </p:nvSpPr>
        <p:spPr bwMode="gray">
          <a:xfrm>
            <a:off x="8162925" y="4378960"/>
            <a:ext cx="3657600" cy="18576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Tree>
    <p:extLst>
      <p:ext uri="{BB962C8B-B14F-4D97-AF65-F5344CB8AC3E}">
        <p14:creationId xmlns:p14="http://schemas.microsoft.com/office/powerpoint/2010/main" val="4016446111"/>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_Picture Collection Light">
    <p:spTree>
      <p:nvGrpSpPr>
        <p:cNvPr id="1" name=""/>
        <p:cNvGrpSpPr/>
        <p:nvPr/>
      </p:nvGrpSpPr>
      <p:grpSpPr>
        <a:xfrm>
          <a:off x="0" y="0"/>
          <a:ext cx="0" cy="0"/>
          <a:chOff x="0" y="0"/>
          <a:chExt cx="0" cy="0"/>
        </a:xfrm>
      </p:grpSpPr>
      <p:sp>
        <p:nvSpPr>
          <p:cNvPr id="28" name="Picture Placeholder 25">
            <a:extLst>
              <a:ext uri="{C183D7F6-B498-43B3-948B-1728B52AA6E4}">
                <adec:decorative xmlns:adec="http://schemas.microsoft.com/office/drawing/2017/decorative" val="1"/>
              </a:ext>
            </a:extLst>
          </p:cNvPr>
          <p:cNvSpPr>
            <a:spLocks noGrp="1"/>
          </p:cNvSpPr>
          <p:nvPr>
            <p:ph type="pic" sz="quarter" idx="22" hasCustomPrompt="1"/>
          </p:nvPr>
        </p:nvSpPr>
        <p:spPr bwMode="gray">
          <a:xfrm>
            <a:off x="3884852" y="3987605"/>
            <a:ext cx="5371357" cy="2249683"/>
          </a:xfrm>
          <a:prstGeom prst="roundRect">
            <a:avLst>
              <a:gd name="adj" fmla="val 0"/>
            </a:avLst>
          </a:prstGeom>
          <a:solidFill>
            <a:schemeClr val="bg2"/>
          </a:solidFill>
          <a:ln w="3175" cmpd="sng">
            <a:noFill/>
          </a:ln>
          <a:effectLst/>
        </p:spPr>
        <p:txBody>
          <a:bodyPr vert="horz" lIns="91440" tIns="45720" rIns="91440" bIns="45720" rtlCol="0" anchor="ctr" anchorCtr="0">
            <a:normAutofit/>
          </a:bodyPr>
          <a:lstStyle>
            <a:lvl1pPr marL="0" indent="0" algn="ctr" defTabSz="1219170" rtl="0" eaLnBrk="1" latinLnBrk="0" hangingPunct="1">
              <a:lnSpc>
                <a:spcPct val="95000"/>
              </a:lnSpc>
              <a:spcBef>
                <a:spcPts val="1920"/>
              </a:spcBef>
              <a:buClr>
                <a:srgbClr val="92D050"/>
              </a:buClr>
              <a:buSzPct val="90000"/>
              <a:buFont typeface="Arial" pitchFamily="34" charset="0"/>
              <a:buNone/>
              <a:tabLst/>
              <a:defRPr lang="en-US" sz="2667" kern="1200" dirty="0">
                <a:solidFill>
                  <a:schemeClr val="tx1"/>
                </a:solidFill>
                <a:latin typeface="+mn-lt"/>
                <a:ea typeface="+mn-ea"/>
                <a:cs typeface="+mn-cs"/>
              </a:defRPr>
            </a:lvl1pPr>
          </a:lstStyle>
          <a:p>
            <a:r>
              <a:rPr lang="en-US"/>
              <a:t>Insert photo here</a:t>
            </a:r>
          </a:p>
        </p:txBody>
      </p:sp>
      <p:sp>
        <p:nvSpPr>
          <p:cNvPr id="13" name="Rounded Rectangle 12">
            <a:extLst>
              <a:ext uri="{C183D7F6-B498-43B3-948B-1728B52AA6E4}">
                <adec:decorative xmlns:adec="http://schemas.microsoft.com/office/drawing/2017/decorative" val="1"/>
              </a:ext>
            </a:extLst>
          </p:cNvPr>
          <p:cNvSpPr/>
          <p:nvPr userDrawn="1"/>
        </p:nvSpPr>
        <p:spPr bwMode="gray">
          <a:xfrm>
            <a:off x="9349318" y="2163386"/>
            <a:ext cx="2484125" cy="2675053"/>
          </a:xfrm>
          <a:prstGeom prst="roundRect">
            <a:avLst>
              <a:gd name="adj" fmla="val 0"/>
            </a:avLst>
          </a:prstGeom>
          <a:solidFill>
            <a:schemeClr val="bg1">
              <a:alpha val="3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accent1"/>
              </a:solidFill>
              <a:latin typeface="+mn-lt"/>
            </a:endParaRPr>
          </a:p>
        </p:txBody>
      </p:sp>
      <p:sp>
        <p:nvSpPr>
          <p:cNvPr id="6" name="Picture Placeholder 25">
            <a:extLst>
              <a:ext uri="{C183D7F6-B498-43B3-948B-1728B52AA6E4}">
                <adec:decorative xmlns:adec="http://schemas.microsoft.com/office/drawing/2017/decorative" val="1"/>
              </a:ext>
            </a:extLst>
          </p:cNvPr>
          <p:cNvSpPr>
            <a:spLocks noGrp="1"/>
          </p:cNvSpPr>
          <p:nvPr>
            <p:ph type="pic" sz="quarter" idx="10" hasCustomPrompt="1"/>
          </p:nvPr>
        </p:nvSpPr>
        <p:spPr bwMode="gray">
          <a:xfrm>
            <a:off x="371475" y="333373"/>
            <a:ext cx="4419959" cy="3547536"/>
          </a:xfrm>
          <a:prstGeom prst="roundRect">
            <a:avLst>
              <a:gd name="adj" fmla="val 0"/>
            </a:avLst>
          </a:prstGeom>
          <a:solidFill>
            <a:schemeClr val="bg2"/>
          </a:solidFill>
          <a:ln>
            <a:noFill/>
          </a:ln>
          <a:effectLst/>
        </p:spPr>
        <p:txBody>
          <a:bodyPr vert="horz" lIns="91440" tIns="45720" rIns="91440" bIns="45720" rtlCol="0" anchor="ctr" anchorCtr="0">
            <a:normAutofit/>
          </a:bodyPr>
          <a:lstStyle>
            <a:lvl1pPr marL="0" indent="0" algn="ctr" defTabSz="1219170" rtl="0" eaLnBrk="1" latinLnBrk="0" hangingPunct="1">
              <a:lnSpc>
                <a:spcPct val="100000"/>
              </a:lnSpc>
              <a:spcBef>
                <a:spcPts val="1920"/>
              </a:spcBef>
              <a:buClr>
                <a:srgbClr val="92D050"/>
              </a:buClr>
              <a:buSzPct val="90000"/>
              <a:buFont typeface="Arial" pitchFamily="34" charset="0"/>
              <a:buNone/>
              <a:tabLst/>
              <a:defRPr lang="en-US" sz="2667" kern="1200" dirty="0">
                <a:solidFill>
                  <a:schemeClr val="tx1"/>
                </a:solidFill>
                <a:latin typeface="+mn-lt"/>
                <a:ea typeface="+mn-ea"/>
                <a:cs typeface="+mn-cs"/>
              </a:defRPr>
            </a:lvl1pPr>
          </a:lstStyle>
          <a:p>
            <a:r>
              <a:rPr lang="en-US"/>
              <a:t>Insert photo here</a:t>
            </a:r>
          </a:p>
        </p:txBody>
      </p:sp>
      <p:sp>
        <p:nvSpPr>
          <p:cNvPr id="14" name="Picture Placeholder 25">
            <a:extLst>
              <a:ext uri="{C183D7F6-B498-43B3-948B-1728B52AA6E4}">
                <adec:decorative xmlns:adec="http://schemas.microsoft.com/office/drawing/2017/decorative" val="1"/>
              </a:ext>
            </a:extLst>
          </p:cNvPr>
          <p:cNvSpPr>
            <a:spLocks noGrp="1"/>
          </p:cNvSpPr>
          <p:nvPr>
            <p:ph type="pic" sz="quarter" idx="15" hasCustomPrompt="1"/>
          </p:nvPr>
        </p:nvSpPr>
        <p:spPr bwMode="gray">
          <a:xfrm>
            <a:off x="9349318" y="2140170"/>
            <a:ext cx="2448000" cy="2680693"/>
          </a:xfrm>
          <a:prstGeom prst="roundRect">
            <a:avLst>
              <a:gd name="adj" fmla="val 0"/>
            </a:avLst>
          </a:prstGeom>
          <a:solidFill>
            <a:schemeClr val="bg2"/>
          </a:solidFill>
          <a:ln w="3175" cmpd="sng">
            <a:noFill/>
          </a:ln>
          <a:effectLst/>
        </p:spPr>
        <p:txBody>
          <a:bodyPr vert="horz" lIns="91440" tIns="45720" rIns="91440" bIns="45720" rtlCol="0" anchor="ctr" anchorCtr="0">
            <a:normAutofit/>
          </a:bodyPr>
          <a:lstStyle>
            <a:lvl1pPr marL="0" indent="0" algn="ctr" defTabSz="1219170" rtl="0" eaLnBrk="1" latinLnBrk="0" hangingPunct="1">
              <a:lnSpc>
                <a:spcPct val="100000"/>
              </a:lnSpc>
              <a:spcBef>
                <a:spcPts val="1920"/>
              </a:spcBef>
              <a:buClr>
                <a:srgbClr val="92D050"/>
              </a:buClr>
              <a:buSzPct val="90000"/>
              <a:buFont typeface="Arial" pitchFamily="34" charset="0"/>
              <a:buNone/>
              <a:tabLst/>
              <a:defRPr lang="en-US" sz="2667" kern="1200" dirty="0">
                <a:solidFill>
                  <a:schemeClr val="tx1"/>
                </a:solidFill>
                <a:latin typeface="+mn-lt"/>
                <a:ea typeface="+mn-ea"/>
                <a:cs typeface="+mn-cs"/>
              </a:defRPr>
            </a:lvl1pPr>
          </a:lstStyle>
          <a:p>
            <a:r>
              <a:rPr lang="en-US"/>
              <a:t>Insert photo here</a:t>
            </a:r>
          </a:p>
        </p:txBody>
      </p:sp>
      <p:sp>
        <p:nvSpPr>
          <p:cNvPr id="29" name="Text Placeholder 4"/>
          <p:cNvSpPr>
            <a:spLocks noGrp="1"/>
          </p:cNvSpPr>
          <p:nvPr>
            <p:ph type="body" sz="quarter" idx="23" hasCustomPrompt="1"/>
          </p:nvPr>
        </p:nvSpPr>
        <p:spPr bwMode="gray">
          <a:xfrm>
            <a:off x="371475" y="2422522"/>
            <a:ext cx="4419959" cy="1458387"/>
          </a:xfrm>
          <a:prstGeom prst="roundRect">
            <a:avLst>
              <a:gd name="adj" fmla="val 0"/>
            </a:avLst>
          </a:prstGeom>
          <a:noFill/>
          <a:ln>
            <a:noFill/>
          </a:ln>
          <a:effectLst/>
        </p:spPr>
        <p:txBody>
          <a:bodyPr anchor="t" anchorCtr="0"/>
          <a:lstStyle>
            <a:lvl1pPr algn="ctr">
              <a:lnSpc>
                <a:spcPct val="100000"/>
              </a:lnSpc>
              <a:defRPr sz="2133">
                <a:solidFill>
                  <a:schemeClr val="tx1"/>
                </a:solidFill>
                <a:latin typeface="+mn-lt"/>
                <a:cs typeface="Arial"/>
              </a:defRPr>
            </a:lvl1pPr>
            <a:lvl2pPr algn="l">
              <a:defRPr>
                <a:solidFill>
                  <a:schemeClr val="bg1"/>
                </a:solidFil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a:t>Click to edit Master text styles</a:t>
            </a:r>
          </a:p>
        </p:txBody>
      </p:sp>
      <p:sp>
        <p:nvSpPr>
          <p:cNvPr id="19" name="Text Placeholder 4"/>
          <p:cNvSpPr>
            <a:spLocks noGrp="1"/>
          </p:cNvSpPr>
          <p:nvPr>
            <p:ph type="body" sz="quarter" idx="17" hasCustomPrompt="1"/>
          </p:nvPr>
        </p:nvSpPr>
        <p:spPr bwMode="gray">
          <a:xfrm>
            <a:off x="4884544" y="333375"/>
            <a:ext cx="4371666" cy="3555695"/>
          </a:xfrm>
          <a:prstGeom prst="roundRect">
            <a:avLst>
              <a:gd name="adj" fmla="val 0"/>
            </a:avLst>
          </a:prstGeom>
          <a:solidFill>
            <a:schemeClr val="bg1"/>
          </a:solidFill>
          <a:ln>
            <a:noFill/>
          </a:ln>
          <a:effectLst/>
        </p:spPr>
        <p:txBody>
          <a:bodyPr lIns="108000" anchor="ctr"/>
          <a:lstStyle>
            <a:lvl1pPr marL="0" indent="0" algn="l">
              <a:lnSpc>
                <a:spcPct val="100000"/>
              </a:lnSpc>
              <a:tabLst/>
              <a:defRPr sz="3200" b="1">
                <a:solidFill>
                  <a:schemeClr val="tx1"/>
                </a:solidFill>
                <a:effectLst/>
                <a:latin typeface="+mn-lt"/>
                <a:cs typeface="Arial"/>
              </a:defRPr>
            </a:lvl1pPr>
            <a:lvl2pPr marL="0" indent="0" algn="l">
              <a:lnSpc>
                <a:spcPct val="100000"/>
              </a:lnSpc>
              <a:defRPr>
                <a:solidFill>
                  <a:schemeClr val="tx1"/>
                </a:solidFill>
                <a:effectLst/>
                <a:latin typeface="+mn-lt"/>
                <a:cs typeface="Aria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a:t>Click to edit Master text styles</a:t>
            </a:r>
          </a:p>
          <a:p>
            <a:pPr lvl="1"/>
            <a:r>
              <a:rPr lang="en-US" altLang="ja-JP"/>
              <a:t>Second level</a:t>
            </a:r>
          </a:p>
        </p:txBody>
      </p:sp>
      <p:sp>
        <p:nvSpPr>
          <p:cNvPr id="21" name="Text Placeholder 4"/>
          <p:cNvSpPr>
            <a:spLocks noGrp="1"/>
          </p:cNvSpPr>
          <p:nvPr>
            <p:ph type="body" sz="quarter" idx="14" hasCustomPrompt="1"/>
          </p:nvPr>
        </p:nvSpPr>
        <p:spPr bwMode="gray">
          <a:xfrm>
            <a:off x="9359747" y="333375"/>
            <a:ext cx="2448000" cy="1700963"/>
          </a:xfrm>
          <a:prstGeom prst="roundRect">
            <a:avLst>
              <a:gd name="adj" fmla="val 0"/>
            </a:avLst>
          </a:prstGeom>
          <a:solidFill>
            <a:schemeClr val="accent6"/>
          </a:solidFill>
          <a:ln>
            <a:noFill/>
          </a:ln>
          <a:effectLst/>
        </p:spPr>
        <p:txBody>
          <a:bodyPr anchor="ctr"/>
          <a:lstStyle>
            <a:lvl1pPr algn="ctr">
              <a:lnSpc>
                <a:spcPct val="100000"/>
              </a:lnSpc>
              <a:defRPr sz="2133">
                <a:solidFill>
                  <a:schemeClr val="tx1"/>
                </a:solidFill>
                <a:latin typeface="+mn-lt"/>
                <a:cs typeface="Arial"/>
              </a:defRPr>
            </a:lvl1pPr>
            <a:lvl2pPr algn="l">
              <a:defRPr>
                <a:solidFill>
                  <a:schemeClr val="bg1"/>
                </a:solidFil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a:t>Click to edit Master text styles</a:t>
            </a:r>
          </a:p>
        </p:txBody>
      </p:sp>
      <p:sp>
        <p:nvSpPr>
          <p:cNvPr id="26" name="Text Placeholder 4"/>
          <p:cNvSpPr>
            <a:spLocks noGrp="1"/>
          </p:cNvSpPr>
          <p:nvPr>
            <p:ph type="body" sz="quarter" idx="21" hasCustomPrompt="1"/>
          </p:nvPr>
        </p:nvSpPr>
        <p:spPr bwMode="gray">
          <a:xfrm>
            <a:off x="9349318" y="3744196"/>
            <a:ext cx="2448000" cy="1076667"/>
          </a:xfrm>
          <a:prstGeom prst="roundRect">
            <a:avLst>
              <a:gd name="adj" fmla="val 0"/>
            </a:avLst>
          </a:prstGeom>
          <a:noFill/>
          <a:ln>
            <a:noFill/>
          </a:ln>
          <a:effectLst/>
        </p:spPr>
        <p:txBody>
          <a:bodyPr anchor="t" anchorCtr="0"/>
          <a:lstStyle>
            <a:lvl1pPr algn="ctr">
              <a:defRPr sz="2133">
                <a:solidFill>
                  <a:schemeClr val="tx1"/>
                </a:solidFill>
                <a:latin typeface="+mn-lt"/>
                <a:cs typeface="Arial"/>
              </a:defRPr>
            </a:lvl1pPr>
            <a:lvl2pPr algn="l">
              <a:defRPr>
                <a:solidFill>
                  <a:schemeClr val="bg1"/>
                </a:solidFil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a:t>Click to edit Master text styles</a:t>
            </a:r>
          </a:p>
        </p:txBody>
      </p:sp>
      <p:sp>
        <p:nvSpPr>
          <p:cNvPr id="24" name="Text Placeholder 4"/>
          <p:cNvSpPr>
            <a:spLocks noGrp="1"/>
          </p:cNvSpPr>
          <p:nvPr>
            <p:ph type="body" sz="quarter" idx="13" hasCustomPrompt="1"/>
          </p:nvPr>
        </p:nvSpPr>
        <p:spPr bwMode="gray">
          <a:xfrm>
            <a:off x="371475" y="3987606"/>
            <a:ext cx="3420269" cy="2249682"/>
          </a:xfrm>
          <a:prstGeom prst="roundRect">
            <a:avLst>
              <a:gd name="adj" fmla="val 0"/>
            </a:avLst>
          </a:prstGeom>
          <a:solidFill>
            <a:schemeClr val="accent6"/>
          </a:solidFill>
          <a:ln>
            <a:noFill/>
          </a:ln>
          <a:effectLst/>
        </p:spPr>
        <p:txBody>
          <a:bodyPr lIns="108000" anchor="ctr"/>
          <a:lstStyle>
            <a:lvl1pPr algn="l">
              <a:lnSpc>
                <a:spcPct val="100000"/>
              </a:lnSpc>
              <a:defRPr sz="2667" b="1">
                <a:solidFill>
                  <a:schemeClr val="tx1"/>
                </a:solidFill>
                <a:latin typeface="+mn-lt"/>
                <a:cs typeface="Arial"/>
              </a:defRPr>
            </a:lvl1pPr>
            <a:lvl2pPr algn="l">
              <a:defRPr>
                <a:solidFill>
                  <a:schemeClr val="tx2"/>
                </a:solidFill>
              </a:defRPr>
            </a:lvl2pPr>
            <a:lvl3pPr algn="l">
              <a:defRPr>
                <a:solidFill>
                  <a:schemeClr val="tx2"/>
                </a:solidFill>
              </a:defRPr>
            </a:lvl3pPr>
            <a:lvl4pPr algn="ctr">
              <a:defRPr>
                <a:solidFill>
                  <a:schemeClr val="bg1"/>
                </a:solidFill>
              </a:defRPr>
            </a:lvl4pPr>
            <a:lvl5pPr algn="ctr">
              <a:defRPr>
                <a:solidFill>
                  <a:schemeClr val="bg1"/>
                </a:solidFill>
              </a:defRPr>
            </a:lvl5pPr>
          </a:lstStyle>
          <a:p>
            <a:pPr lvl="0"/>
            <a:r>
              <a:rPr lang="en-US" altLang="ja-JP"/>
              <a:t>Click to edit Master text styles</a:t>
            </a:r>
          </a:p>
        </p:txBody>
      </p:sp>
      <p:sp>
        <p:nvSpPr>
          <p:cNvPr id="25" name="Text Placeholder 4"/>
          <p:cNvSpPr>
            <a:spLocks noGrp="1"/>
          </p:cNvSpPr>
          <p:nvPr>
            <p:ph type="body" sz="quarter" idx="20" hasCustomPrompt="1"/>
          </p:nvPr>
        </p:nvSpPr>
        <p:spPr bwMode="gray">
          <a:xfrm>
            <a:off x="3884852" y="5399590"/>
            <a:ext cx="5371200" cy="837698"/>
          </a:xfrm>
          <a:prstGeom prst="roundRect">
            <a:avLst>
              <a:gd name="adj" fmla="val 0"/>
            </a:avLst>
          </a:prstGeom>
          <a:noFill/>
          <a:ln>
            <a:noFill/>
          </a:ln>
          <a:effectLst/>
        </p:spPr>
        <p:txBody>
          <a:bodyPr anchor="t" anchorCtr="0"/>
          <a:lstStyle>
            <a:lvl1pPr algn="ctr">
              <a:lnSpc>
                <a:spcPct val="100000"/>
              </a:lnSpc>
              <a:defRPr sz="2133">
                <a:solidFill>
                  <a:schemeClr val="tx1"/>
                </a:solidFill>
                <a:latin typeface="+mn-lt"/>
                <a:cs typeface="Arial"/>
              </a:defRPr>
            </a:lvl1pPr>
            <a:lvl2pPr algn="l">
              <a:defRPr>
                <a:solidFill>
                  <a:schemeClr val="bg1"/>
                </a:solidFil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a:t>Click to edit Master text styles</a:t>
            </a:r>
          </a:p>
        </p:txBody>
      </p:sp>
      <p:sp>
        <p:nvSpPr>
          <p:cNvPr id="22" name="Text Placeholder 4"/>
          <p:cNvSpPr>
            <a:spLocks noGrp="1"/>
          </p:cNvSpPr>
          <p:nvPr>
            <p:ph type="body" sz="quarter" idx="19" hasCustomPrompt="1"/>
          </p:nvPr>
        </p:nvSpPr>
        <p:spPr bwMode="gray">
          <a:xfrm>
            <a:off x="9349318" y="4926695"/>
            <a:ext cx="2448000" cy="1310593"/>
          </a:xfrm>
          <a:prstGeom prst="roundRect">
            <a:avLst>
              <a:gd name="adj" fmla="val 0"/>
            </a:avLst>
          </a:prstGeom>
          <a:solidFill>
            <a:schemeClr val="bg2"/>
          </a:solidFill>
          <a:ln>
            <a:noFill/>
          </a:ln>
          <a:effectLst/>
        </p:spPr>
        <p:txBody>
          <a:bodyPr anchor="ctr"/>
          <a:lstStyle>
            <a:lvl1pPr algn="ctr">
              <a:lnSpc>
                <a:spcPct val="100000"/>
              </a:lnSpc>
              <a:defRPr sz="2133">
                <a:solidFill>
                  <a:schemeClr val="tx1"/>
                </a:solidFill>
                <a:latin typeface="+mn-lt"/>
                <a:cs typeface="Arial"/>
              </a:defRPr>
            </a:lvl1pPr>
            <a:lvl2pPr algn="l">
              <a:defRPr>
                <a:solidFill>
                  <a:schemeClr val="bg1"/>
                </a:solidFil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a:t>Click to edit Master text styles</a:t>
            </a:r>
          </a:p>
        </p:txBody>
      </p:sp>
      <p:sp>
        <p:nvSpPr>
          <p:cNvPr id="5" name="TextBox 4">
            <a:extLst>
              <a:ext uri="{FF2B5EF4-FFF2-40B4-BE49-F238E27FC236}">
                <a16:creationId xmlns:a16="http://schemas.microsoft.com/office/drawing/2014/main" id="{AFBA9505-91C7-B9FF-4651-787D86C3BED1}"/>
              </a:ext>
            </a:extLst>
          </p:cNvPr>
          <p:cNvSpPr txBox="1"/>
          <p:nvPr userDrawn="1"/>
        </p:nvSpPr>
        <p:spPr bwMode="gray">
          <a:xfrm>
            <a:off x="3685309" y="-803564"/>
            <a:ext cx="0" cy="0"/>
          </a:xfrm>
          <a:prstGeom prst="rect">
            <a:avLst/>
          </a:prstGeom>
          <a:noFill/>
        </p:spPr>
        <p:txBody>
          <a:bodyPr wrap="none" rtlCol="0">
            <a:noAutofit/>
          </a:bodyPr>
          <a:lstStyle/>
          <a:p>
            <a:pPr algn="l"/>
            <a:endParaRPr lang="en-US">
              <a:solidFill>
                <a:srgbClr val="FFFFFF"/>
              </a:solidFill>
            </a:endParaRPr>
          </a:p>
        </p:txBody>
      </p:sp>
      <p:sp>
        <p:nvSpPr>
          <p:cNvPr id="8" name="Footer Placeholder 4">
            <a:extLst>
              <a:ext uri="{FF2B5EF4-FFF2-40B4-BE49-F238E27FC236}">
                <a16:creationId xmlns:a16="http://schemas.microsoft.com/office/drawing/2014/main" id="{59C35B40-A84A-00D6-5FD3-6FD80F61E86D}"/>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a:t>© 2023 NTT DATA Business Solutions</a:t>
            </a:r>
          </a:p>
        </p:txBody>
      </p:sp>
      <p:sp>
        <p:nvSpPr>
          <p:cNvPr id="9" name="Slide Number Placeholder 5">
            <a:extLst>
              <a:ext uri="{FF2B5EF4-FFF2-40B4-BE49-F238E27FC236}">
                <a16:creationId xmlns:a16="http://schemas.microsoft.com/office/drawing/2014/main" id="{BFC1EFC3-6CA1-181A-9D7F-24D4581B2107}"/>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a:p>
        </p:txBody>
      </p:sp>
    </p:spTree>
    <p:extLst>
      <p:ext uri="{BB962C8B-B14F-4D97-AF65-F5344CB8AC3E}">
        <p14:creationId xmlns:p14="http://schemas.microsoft.com/office/powerpoint/2010/main" val="31657593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_Contact_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0C3BB7C-B4A7-41A4-8C5A-903570B6070B}"/>
              </a:ext>
            </a:extLst>
          </p:cNvPr>
          <p:cNvSpPr>
            <a:spLocks noGrp="1"/>
          </p:cNvSpPr>
          <p:nvPr>
            <p:ph type="title" hasCustomPrompt="1"/>
          </p:nvPr>
        </p:nvSpPr>
        <p:spPr bwMode="gray"/>
        <p:txBody>
          <a:bodyPr vert="horz"/>
          <a:lstStyle/>
          <a:p>
            <a:r>
              <a:rPr lang="en-US"/>
              <a:t>Click to edit Master title style</a:t>
            </a:r>
          </a:p>
        </p:txBody>
      </p:sp>
      <p:sp>
        <p:nvSpPr>
          <p:cNvPr id="10" name="Footer Placeholder 4">
            <a:extLst>
              <a:ext uri="{FF2B5EF4-FFF2-40B4-BE49-F238E27FC236}">
                <a16:creationId xmlns:a16="http://schemas.microsoft.com/office/drawing/2014/main" id="{A9C53063-1F58-BE27-2E94-7E00DE772613}"/>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a:t>© 2023 NTT DATA Business Solutions</a:t>
            </a:r>
          </a:p>
        </p:txBody>
      </p:sp>
      <p:sp>
        <p:nvSpPr>
          <p:cNvPr id="11" name="Slide Number Placeholder 5">
            <a:extLst>
              <a:ext uri="{FF2B5EF4-FFF2-40B4-BE49-F238E27FC236}">
                <a16:creationId xmlns:a16="http://schemas.microsoft.com/office/drawing/2014/main" id="{AF1EE05E-1EF3-FA88-09CC-87DB6B58184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a:p>
        </p:txBody>
      </p:sp>
      <p:sp>
        <p:nvSpPr>
          <p:cNvPr id="2" name="Bild">
            <a:extLst>
              <a:ext uri="{FF2B5EF4-FFF2-40B4-BE49-F238E27FC236}">
                <a16:creationId xmlns:a16="http://schemas.microsoft.com/office/drawing/2014/main" id="{9948B5AA-38C9-B8A3-3B71-91B71CEE405B}"/>
              </a:ext>
            </a:extLst>
          </p:cNvPr>
          <p:cNvSpPr>
            <a:spLocks noGrp="1"/>
          </p:cNvSpPr>
          <p:nvPr>
            <p:ph type="pic" sz="quarter" idx="18"/>
          </p:nvPr>
        </p:nvSpPr>
        <p:spPr bwMode="gray">
          <a:xfrm>
            <a:off x="2267270" y="2011950"/>
            <a:ext cx="3488705" cy="3488400"/>
          </a:xfrm>
          <a:prstGeom prst="ellipse">
            <a:avLst/>
          </a:prstGeom>
          <a:solidFill>
            <a:schemeClr val="accent6"/>
          </a:solidFill>
        </p:spPr>
        <p:txBody>
          <a:bodyPr lIns="144000" tIns="144000" rIns="144000" bIns="144000"/>
          <a:lstStyle>
            <a:lvl1pPr marL="0" indent="0">
              <a:buNone/>
              <a:defRPr sz="1400"/>
            </a:lvl1pPr>
          </a:lstStyle>
          <a:p>
            <a:r>
              <a:rPr lang="de-DE" noProof="0"/>
              <a:t>Bild</a:t>
            </a:r>
          </a:p>
        </p:txBody>
      </p:sp>
      <p:sp>
        <p:nvSpPr>
          <p:cNvPr id="3" name="Textplatzhalter 19">
            <a:extLst>
              <a:ext uri="{FF2B5EF4-FFF2-40B4-BE49-F238E27FC236}">
                <a16:creationId xmlns:a16="http://schemas.microsoft.com/office/drawing/2014/main" id="{FA68653F-43DC-95F4-8019-D687C49DF208}"/>
              </a:ext>
            </a:extLst>
          </p:cNvPr>
          <p:cNvSpPr>
            <a:spLocks noGrp="1"/>
          </p:cNvSpPr>
          <p:nvPr>
            <p:ph type="body" sz="quarter" idx="20" hasCustomPrompt="1"/>
          </p:nvPr>
        </p:nvSpPr>
        <p:spPr bwMode="gray">
          <a:xfrm>
            <a:off x="6426199" y="2972822"/>
            <a:ext cx="5394325" cy="256154"/>
          </a:xfrm>
        </p:spPr>
        <p:txBody>
          <a:bodyPr/>
          <a:lstStyle>
            <a:lvl1pPr marL="0" indent="0">
              <a:buNone/>
              <a:defRPr sz="2000">
                <a:solidFill>
                  <a:schemeClr val="bg1"/>
                </a:solidFill>
              </a:defRPr>
            </a:lvl1pPr>
          </a:lstStyle>
          <a:p>
            <a:pPr lvl="0"/>
            <a:r>
              <a:rPr lang="de-DE"/>
              <a:t>Position</a:t>
            </a:r>
          </a:p>
        </p:txBody>
      </p:sp>
      <p:sp>
        <p:nvSpPr>
          <p:cNvPr id="4" name="Textplatzhalter 19">
            <a:extLst>
              <a:ext uri="{FF2B5EF4-FFF2-40B4-BE49-F238E27FC236}">
                <a16:creationId xmlns:a16="http://schemas.microsoft.com/office/drawing/2014/main" id="{EF2ADD26-2918-0B9D-FD8C-C82739487398}"/>
              </a:ext>
            </a:extLst>
          </p:cNvPr>
          <p:cNvSpPr>
            <a:spLocks noGrp="1"/>
          </p:cNvSpPr>
          <p:nvPr>
            <p:ph type="body" sz="quarter" idx="24" hasCustomPrompt="1"/>
          </p:nvPr>
        </p:nvSpPr>
        <p:spPr bwMode="gray">
          <a:xfrm>
            <a:off x="6426199" y="3246666"/>
            <a:ext cx="5394325" cy="256154"/>
          </a:xfrm>
        </p:spPr>
        <p:txBody>
          <a:bodyPr/>
          <a:lstStyle>
            <a:lvl1pPr marL="0" indent="0">
              <a:buNone/>
              <a:defRPr sz="2000">
                <a:solidFill>
                  <a:schemeClr val="bg1"/>
                </a:solidFill>
              </a:defRPr>
            </a:lvl1pPr>
          </a:lstStyle>
          <a:p>
            <a:pPr lvl="0"/>
            <a:r>
              <a:rPr lang="de-DE" err="1"/>
              <a:t>Section</a:t>
            </a:r>
            <a:endParaRPr lang="de-DE"/>
          </a:p>
        </p:txBody>
      </p:sp>
      <p:sp>
        <p:nvSpPr>
          <p:cNvPr id="5" name="Textplatzhalter 19">
            <a:extLst>
              <a:ext uri="{FF2B5EF4-FFF2-40B4-BE49-F238E27FC236}">
                <a16:creationId xmlns:a16="http://schemas.microsoft.com/office/drawing/2014/main" id="{9EC91858-6461-F85C-95CE-7518EFFFDC02}"/>
              </a:ext>
            </a:extLst>
          </p:cNvPr>
          <p:cNvSpPr>
            <a:spLocks noGrp="1"/>
          </p:cNvSpPr>
          <p:nvPr>
            <p:ph type="body" sz="quarter" idx="25" hasCustomPrompt="1"/>
          </p:nvPr>
        </p:nvSpPr>
        <p:spPr bwMode="gray">
          <a:xfrm>
            <a:off x="6426199" y="2589435"/>
            <a:ext cx="5394325" cy="368078"/>
          </a:xfrm>
        </p:spPr>
        <p:txBody>
          <a:bodyPr/>
          <a:lstStyle>
            <a:lvl1pPr marL="0" indent="0">
              <a:buNone/>
              <a:defRPr sz="2800" b="1">
                <a:solidFill>
                  <a:schemeClr val="accent1"/>
                </a:solidFill>
                <a:latin typeface="+mn-lt"/>
              </a:defRPr>
            </a:lvl1pPr>
          </a:lstStyle>
          <a:p>
            <a:pPr lvl="0"/>
            <a:r>
              <a:rPr lang="de-DE"/>
              <a:t>John </a:t>
            </a:r>
            <a:r>
              <a:rPr lang="de-DE" err="1"/>
              <a:t>Doe</a:t>
            </a:r>
            <a:endParaRPr lang="de-DE"/>
          </a:p>
        </p:txBody>
      </p:sp>
      <p:sp>
        <p:nvSpPr>
          <p:cNvPr id="7" name="Textplatzhalter 19">
            <a:extLst>
              <a:ext uri="{FF2B5EF4-FFF2-40B4-BE49-F238E27FC236}">
                <a16:creationId xmlns:a16="http://schemas.microsoft.com/office/drawing/2014/main" id="{7DD02888-CBDA-F97C-A43C-E0268623CAF4}"/>
              </a:ext>
            </a:extLst>
          </p:cNvPr>
          <p:cNvSpPr>
            <a:spLocks noGrp="1"/>
          </p:cNvSpPr>
          <p:nvPr>
            <p:ph type="body" sz="quarter" idx="26" hasCustomPrompt="1"/>
          </p:nvPr>
        </p:nvSpPr>
        <p:spPr bwMode="gray">
          <a:xfrm>
            <a:off x="6426199" y="4178440"/>
            <a:ext cx="5394325" cy="187184"/>
          </a:xfrm>
        </p:spPr>
        <p:txBody>
          <a:bodyPr/>
          <a:lstStyle>
            <a:lvl1pPr marL="0" indent="0">
              <a:buNone/>
              <a:defRPr sz="1600">
                <a:solidFill>
                  <a:schemeClr val="bg1"/>
                </a:solidFill>
              </a:defRPr>
            </a:lvl1pPr>
          </a:lstStyle>
          <a:p>
            <a:pPr lvl="0"/>
            <a:r>
              <a:rPr lang="de-DE"/>
              <a:t>Web</a:t>
            </a:r>
          </a:p>
        </p:txBody>
      </p:sp>
      <p:sp>
        <p:nvSpPr>
          <p:cNvPr id="8" name="Textplatzhalter 19">
            <a:extLst>
              <a:ext uri="{FF2B5EF4-FFF2-40B4-BE49-F238E27FC236}">
                <a16:creationId xmlns:a16="http://schemas.microsoft.com/office/drawing/2014/main" id="{8D088A0B-0BA4-2E4D-A19C-6319AF5B53ED}"/>
              </a:ext>
            </a:extLst>
          </p:cNvPr>
          <p:cNvSpPr>
            <a:spLocks noGrp="1"/>
          </p:cNvSpPr>
          <p:nvPr>
            <p:ph type="body" sz="quarter" idx="27" hasCustomPrompt="1"/>
          </p:nvPr>
        </p:nvSpPr>
        <p:spPr bwMode="gray">
          <a:xfrm>
            <a:off x="6426199" y="4397515"/>
            <a:ext cx="5394325" cy="187184"/>
          </a:xfrm>
        </p:spPr>
        <p:txBody>
          <a:bodyPr/>
          <a:lstStyle>
            <a:lvl1pPr marL="0" indent="0">
              <a:buNone/>
              <a:defRPr sz="1600">
                <a:solidFill>
                  <a:schemeClr val="bg1"/>
                </a:solidFill>
              </a:defRPr>
            </a:lvl1pPr>
          </a:lstStyle>
          <a:p>
            <a:pPr lvl="0"/>
            <a:r>
              <a:rPr lang="de-DE"/>
              <a:t>E-Mail</a:t>
            </a:r>
          </a:p>
        </p:txBody>
      </p:sp>
      <p:sp>
        <p:nvSpPr>
          <p:cNvPr id="9" name="Textplatzhalter 19">
            <a:extLst>
              <a:ext uri="{FF2B5EF4-FFF2-40B4-BE49-F238E27FC236}">
                <a16:creationId xmlns:a16="http://schemas.microsoft.com/office/drawing/2014/main" id="{1EEE35C9-767B-D99D-39BB-49CBA3F84283}"/>
              </a:ext>
            </a:extLst>
          </p:cNvPr>
          <p:cNvSpPr>
            <a:spLocks noGrp="1"/>
          </p:cNvSpPr>
          <p:nvPr>
            <p:ph type="body" sz="quarter" idx="28" hasCustomPrompt="1"/>
          </p:nvPr>
        </p:nvSpPr>
        <p:spPr bwMode="gray">
          <a:xfrm>
            <a:off x="6426199" y="4616591"/>
            <a:ext cx="5394325" cy="187184"/>
          </a:xfrm>
        </p:spPr>
        <p:txBody>
          <a:bodyPr/>
          <a:lstStyle>
            <a:lvl1pPr marL="0" indent="0">
              <a:buNone/>
              <a:defRPr sz="1600">
                <a:solidFill>
                  <a:schemeClr val="bg1"/>
                </a:solidFill>
              </a:defRPr>
            </a:lvl1pPr>
          </a:lstStyle>
          <a:p>
            <a:pPr lvl="0"/>
            <a:r>
              <a:rPr lang="de-DE"/>
              <a:t>Phone</a:t>
            </a:r>
          </a:p>
        </p:txBody>
      </p:sp>
      <p:cxnSp>
        <p:nvCxnSpPr>
          <p:cNvPr id="12" name="Gerader Verbinder 11">
            <a:extLst>
              <a:ext uri="{FF2B5EF4-FFF2-40B4-BE49-F238E27FC236}">
                <a16:creationId xmlns:a16="http://schemas.microsoft.com/office/drawing/2014/main" id="{1D833AD2-88EE-469C-7682-57A4D65529E7}"/>
              </a:ext>
            </a:extLst>
          </p:cNvPr>
          <p:cNvCxnSpPr>
            <a:cxnSpLocks/>
          </p:cNvCxnSpPr>
          <p:nvPr userDrawn="1"/>
        </p:nvCxnSpPr>
        <p:spPr bwMode="gray">
          <a:xfrm flipH="1">
            <a:off x="6426199" y="384063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72637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_Contact_2">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0C3BB7C-B4A7-41A4-8C5A-903570B6070B}"/>
              </a:ext>
            </a:extLst>
          </p:cNvPr>
          <p:cNvSpPr>
            <a:spLocks noGrp="1"/>
          </p:cNvSpPr>
          <p:nvPr>
            <p:ph type="title" hasCustomPrompt="1"/>
          </p:nvPr>
        </p:nvSpPr>
        <p:spPr bwMode="gray"/>
        <p:txBody>
          <a:bodyPr vert="horz"/>
          <a:lstStyle/>
          <a:p>
            <a:r>
              <a:rPr lang="en-US"/>
              <a:t>Click to edit Master title style</a:t>
            </a:r>
          </a:p>
        </p:txBody>
      </p:sp>
      <p:sp>
        <p:nvSpPr>
          <p:cNvPr id="10" name="Footer Placeholder 4">
            <a:extLst>
              <a:ext uri="{FF2B5EF4-FFF2-40B4-BE49-F238E27FC236}">
                <a16:creationId xmlns:a16="http://schemas.microsoft.com/office/drawing/2014/main" id="{A9C53063-1F58-BE27-2E94-7E00DE772613}"/>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a:t>© 2023 NTT DATA Business Solutions</a:t>
            </a:r>
          </a:p>
        </p:txBody>
      </p:sp>
      <p:sp>
        <p:nvSpPr>
          <p:cNvPr id="11" name="Slide Number Placeholder 5">
            <a:extLst>
              <a:ext uri="{FF2B5EF4-FFF2-40B4-BE49-F238E27FC236}">
                <a16:creationId xmlns:a16="http://schemas.microsoft.com/office/drawing/2014/main" id="{AF1EE05E-1EF3-FA88-09CC-87DB6B58184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a:p>
        </p:txBody>
      </p:sp>
      <p:sp>
        <p:nvSpPr>
          <p:cNvPr id="12" name="Bild">
            <a:extLst>
              <a:ext uri="{FF2B5EF4-FFF2-40B4-BE49-F238E27FC236}">
                <a16:creationId xmlns:a16="http://schemas.microsoft.com/office/drawing/2014/main" id="{28FFDF24-CEC1-8F04-920F-C95EB4279D4E}"/>
              </a:ext>
            </a:extLst>
          </p:cNvPr>
          <p:cNvSpPr>
            <a:spLocks noGrp="1"/>
          </p:cNvSpPr>
          <p:nvPr>
            <p:ph type="pic" sz="quarter" idx="18"/>
          </p:nvPr>
        </p:nvSpPr>
        <p:spPr bwMode="gray">
          <a:xfrm>
            <a:off x="2889419" y="1719468"/>
            <a:ext cx="2158392" cy="2158204"/>
          </a:xfrm>
          <a:prstGeom prst="ellipse">
            <a:avLst/>
          </a:prstGeom>
          <a:solidFill>
            <a:schemeClr val="accent6"/>
          </a:solidFill>
        </p:spPr>
        <p:txBody>
          <a:bodyPr lIns="144000" tIns="144000" rIns="144000" bIns="144000"/>
          <a:lstStyle>
            <a:lvl1pPr marL="0" indent="0">
              <a:buNone/>
              <a:defRPr sz="1400"/>
            </a:lvl1pPr>
          </a:lstStyle>
          <a:p>
            <a:r>
              <a:rPr lang="de-DE" noProof="0"/>
              <a:t>Bild</a:t>
            </a:r>
          </a:p>
        </p:txBody>
      </p:sp>
      <p:sp>
        <p:nvSpPr>
          <p:cNvPr id="14" name="Textplatzhalter 19">
            <a:extLst>
              <a:ext uri="{FF2B5EF4-FFF2-40B4-BE49-F238E27FC236}">
                <a16:creationId xmlns:a16="http://schemas.microsoft.com/office/drawing/2014/main" id="{1B7E1544-D47A-3A30-5A4C-E95205A3B5B4}"/>
              </a:ext>
            </a:extLst>
          </p:cNvPr>
          <p:cNvSpPr>
            <a:spLocks noGrp="1"/>
          </p:cNvSpPr>
          <p:nvPr>
            <p:ph type="body" sz="quarter" idx="20" hasCustomPrompt="1"/>
          </p:nvPr>
        </p:nvSpPr>
        <p:spPr bwMode="gray">
          <a:xfrm>
            <a:off x="2713041" y="4463802"/>
            <a:ext cx="2511148" cy="199671"/>
          </a:xfrm>
        </p:spPr>
        <p:txBody>
          <a:bodyPr/>
          <a:lstStyle>
            <a:lvl1pPr marL="0" indent="0" algn="ctr">
              <a:buNone/>
              <a:defRPr sz="1600">
                <a:solidFill>
                  <a:schemeClr val="bg1"/>
                </a:solidFill>
              </a:defRPr>
            </a:lvl1pPr>
          </a:lstStyle>
          <a:p>
            <a:pPr lvl="0"/>
            <a:r>
              <a:rPr lang="de-DE"/>
              <a:t>Position</a:t>
            </a:r>
          </a:p>
        </p:txBody>
      </p:sp>
      <p:sp>
        <p:nvSpPr>
          <p:cNvPr id="15" name="Textplatzhalter 19">
            <a:extLst>
              <a:ext uri="{FF2B5EF4-FFF2-40B4-BE49-F238E27FC236}">
                <a16:creationId xmlns:a16="http://schemas.microsoft.com/office/drawing/2014/main" id="{9076DBF6-D36A-6E5A-3EFD-C4C38456B80D}"/>
              </a:ext>
            </a:extLst>
          </p:cNvPr>
          <p:cNvSpPr>
            <a:spLocks noGrp="1"/>
          </p:cNvSpPr>
          <p:nvPr>
            <p:ph type="body" sz="quarter" idx="24" hasCustomPrompt="1"/>
          </p:nvPr>
        </p:nvSpPr>
        <p:spPr bwMode="gray">
          <a:xfrm>
            <a:off x="2713041" y="4686846"/>
            <a:ext cx="2511148" cy="199671"/>
          </a:xfrm>
        </p:spPr>
        <p:txBody>
          <a:bodyPr/>
          <a:lstStyle>
            <a:lvl1pPr marL="0" indent="0" algn="ctr">
              <a:buNone/>
              <a:defRPr sz="1600">
                <a:solidFill>
                  <a:schemeClr val="bg1"/>
                </a:solidFill>
              </a:defRPr>
            </a:lvl1pPr>
          </a:lstStyle>
          <a:p>
            <a:pPr lvl="0"/>
            <a:r>
              <a:rPr lang="de-DE" err="1"/>
              <a:t>Section</a:t>
            </a:r>
            <a:endParaRPr lang="de-DE"/>
          </a:p>
        </p:txBody>
      </p:sp>
      <p:sp>
        <p:nvSpPr>
          <p:cNvPr id="16" name="Textplatzhalter 19">
            <a:extLst>
              <a:ext uri="{FF2B5EF4-FFF2-40B4-BE49-F238E27FC236}">
                <a16:creationId xmlns:a16="http://schemas.microsoft.com/office/drawing/2014/main" id="{70474D20-DAC8-4E03-D93A-5E336E2DBC3D}"/>
              </a:ext>
            </a:extLst>
          </p:cNvPr>
          <p:cNvSpPr>
            <a:spLocks noGrp="1"/>
          </p:cNvSpPr>
          <p:nvPr>
            <p:ph type="body" sz="quarter" idx="25" hasCustomPrompt="1"/>
          </p:nvPr>
        </p:nvSpPr>
        <p:spPr bwMode="gray">
          <a:xfrm>
            <a:off x="2713041" y="4156615"/>
            <a:ext cx="2511148" cy="286915"/>
          </a:xfrm>
        </p:spPr>
        <p:txBody>
          <a:bodyPr/>
          <a:lstStyle>
            <a:lvl1pPr marL="0" indent="0" algn="ctr">
              <a:buNone/>
              <a:defRPr sz="2000" b="1">
                <a:solidFill>
                  <a:schemeClr val="accent1"/>
                </a:solidFill>
                <a:latin typeface="+mn-lt"/>
              </a:defRPr>
            </a:lvl1pPr>
          </a:lstStyle>
          <a:p>
            <a:pPr lvl="0"/>
            <a:r>
              <a:rPr lang="de-DE"/>
              <a:t>John </a:t>
            </a:r>
            <a:r>
              <a:rPr lang="de-DE" err="1"/>
              <a:t>Doe</a:t>
            </a:r>
            <a:endParaRPr lang="de-DE"/>
          </a:p>
        </p:txBody>
      </p:sp>
      <p:sp>
        <p:nvSpPr>
          <p:cNvPr id="17" name="Textplatzhalter 19">
            <a:extLst>
              <a:ext uri="{FF2B5EF4-FFF2-40B4-BE49-F238E27FC236}">
                <a16:creationId xmlns:a16="http://schemas.microsoft.com/office/drawing/2014/main" id="{7DF1E395-B606-BCBA-6897-2E0A34464E4A}"/>
              </a:ext>
            </a:extLst>
          </p:cNvPr>
          <p:cNvSpPr>
            <a:spLocks noGrp="1"/>
          </p:cNvSpPr>
          <p:nvPr>
            <p:ph type="body" sz="quarter" idx="26" hasCustomPrompt="1"/>
          </p:nvPr>
        </p:nvSpPr>
        <p:spPr bwMode="gray">
          <a:xfrm>
            <a:off x="2713041" y="5401450"/>
            <a:ext cx="2511148" cy="145909"/>
          </a:xfrm>
        </p:spPr>
        <p:txBody>
          <a:bodyPr/>
          <a:lstStyle>
            <a:lvl1pPr marL="0" indent="0" algn="ctr">
              <a:buNone/>
              <a:defRPr sz="1200">
                <a:solidFill>
                  <a:schemeClr val="bg1"/>
                </a:solidFill>
              </a:defRPr>
            </a:lvl1pPr>
          </a:lstStyle>
          <a:p>
            <a:pPr lvl="0"/>
            <a:r>
              <a:rPr lang="de-DE"/>
              <a:t>Web</a:t>
            </a:r>
          </a:p>
        </p:txBody>
      </p:sp>
      <p:sp>
        <p:nvSpPr>
          <p:cNvPr id="18" name="Textplatzhalter 19">
            <a:extLst>
              <a:ext uri="{FF2B5EF4-FFF2-40B4-BE49-F238E27FC236}">
                <a16:creationId xmlns:a16="http://schemas.microsoft.com/office/drawing/2014/main" id="{8B685D0D-BA9D-5ED6-0996-C304842E3E01}"/>
              </a:ext>
            </a:extLst>
          </p:cNvPr>
          <p:cNvSpPr>
            <a:spLocks noGrp="1"/>
          </p:cNvSpPr>
          <p:nvPr>
            <p:ph type="body" sz="quarter" idx="27" hasCustomPrompt="1"/>
          </p:nvPr>
        </p:nvSpPr>
        <p:spPr bwMode="gray">
          <a:xfrm>
            <a:off x="2713041" y="5566551"/>
            <a:ext cx="2511148" cy="145909"/>
          </a:xfrm>
        </p:spPr>
        <p:txBody>
          <a:bodyPr/>
          <a:lstStyle>
            <a:lvl1pPr marL="0" indent="0" algn="ctr">
              <a:buNone/>
              <a:defRPr sz="1200">
                <a:solidFill>
                  <a:schemeClr val="bg1"/>
                </a:solidFill>
              </a:defRPr>
            </a:lvl1pPr>
          </a:lstStyle>
          <a:p>
            <a:pPr lvl="0"/>
            <a:r>
              <a:rPr lang="de-DE"/>
              <a:t>E-Mail</a:t>
            </a:r>
          </a:p>
        </p:txBody>
      </p:sp>
      <p:sp>
        <p:nvSpPr>
          <p:cNvPr id="19" name="Textplatzhalter 19">
            <a:extLst>
              <a:ext uri="{FF2B5EF4-FFF2-40B4-BE49-F238E27FC236}">
                <a16:creationId xmlns:a16="http://schemas.microsoft.com/office/drawing/2014/main" id="{C4594950-DD09-2E36-A783-CF3B1013F6CA}"/>
              </a:ext>
            </a:extLst>
          </p:cNvPr>
          <p:cNvSpPr>
            <a:spLocks noGrp="1"/>
          </p:cNvSpPr>
          <p:nvPr>
            <p:ph type="body" sz="quarter" idx="28" hasCustomPrompt="1"/>
          </p:nvPr>
        </p:nvSpPr>
        <p:spPr bwMode="gray">
          <a:xfrm>
            <a:off x="2713041" y="5731651"/>
            <a:ext cx="2511148" cy="145909"/>
          </a:xfrm>
        </p:spPr>
        <p:txBody>
          <a:bodyPr/>
          <a:lstStyle>
            <a:lvl1pPr marL="0" indent="0" algn="ctr">
              <a:buNone/>
              <a:defRPr sz="1200">
                <a:solidFill>
                  <a:schemeClr val="bg1"/>
                </a:solidFill>
              </a:defRPr>
            </a:lvl1pPr>
          </a:lstStyle>
          <a:p>
            <a:pPr lvl="0"/>
            <a:r>
              <a:rPr lang="de-DE"/>
              <a:t>Phone</a:t>
            </a:r>
          </a:p>
        </p:txBody>
      </p:sp>
      <p:sp>
        <p:nvSpPr>
          <p:cNvPr id="20" name="Bild">
            <a:extLst>
              <a:ext uri="{FF2B5EF4-FFF2-40B4-BE49-F238E27FC236}">
                <a16:creationId xmlns:a16="http://schemas.microsoft.com/office/drawing/2014/main" id="{F36317AB-AE94-D498-F8F6-3450467715D9}"/>
              </a:ext>
            </a:extLst>
          </p:cNvPr>
          <p:cNvSpPr>
            <a:spLocks noGrp="1"/>
          </p:cNvSpPr>
          <p:nvPr>
            <p:ph type="pic" sz="quarter" idx="37"/>
          </p:nvPr>
        </p:nvSpPr>
        <p:spPr bwMode="gray">
          <a:xfrm>
            <a:off x="7144188" y="1719468"/>
            <a:ext cx="2158392" cy="2158204"/>
          </a:xfrm>
          <a:prstGeom prst="ellipse">
            <a:avLst/>
          </a:prstGeom>
          <a:solidFill>
            <a:schemeClr val="accent6"/>
          </a:solidFill>
        </p:spPr>
        <p:txBody>
          <a:bodyPr lIns="144000" tIns="144000" rIns="144000" bIns="144000"/>
          <a:lstStyle>
            <a:lvl1pPr marL="0" indent="0">
              <a:buNone/>
              <a:defRPr sz="1100"/>
            </a:lvl1pPr>
          </a:lstStyle>
          <a:p>
            <a:r>
              <a:rPr lang="de-DE" noProof="0"/>
              <a:t>Bild</a:t>
            </a:r>
          </a:p>
        </p:txBody>
      </p:sp>
      <p:sp>
        <p:nvSpPr>
          <p:cNvPr id="21" name="Textplatzhalter 19">
            <a:extLst>
              <a:ext uri="{FF2B5EF4-FFF2-40B4-BE49-F238E27FC236}">
                <a16:creationId xmlns:a16="http://schemas.microsoft.com/office/drawing/2014/main" id="{F01F2DA8-007D-3C82-B8BA-4DF26F5CD2A5}"/>
              </a:ext>
            </a:extLst>
          </p:cNvPr>
          <p:cNvSpPr>
            <a:spLocks noGrp="1"/>
          </p:cNvSpPr>
          <p:nvPr>
            <p:ph type="body" sz="quarter" idx="50" hasCustomPrompt="1"/>
          </p:nvPr>
        </p:nvSpPr>
        <p:spPr bwMode="gray">
          <a:xfrm>
            <a:off x="6967810" y="4463802"/>
            <a:ext cx="2511148" cy="199671"/>
          </a:xfrm>
        </p:spPr>
        <p:txBody>
          <a:bodyPr/>
          <a:lstStyle>
            <a:lvl1pPr marL="0" indent="0" algn="ctr">
              <a:buNone/>
              <a:defRPr sz="1600">
                <a:solidFill>
                  <a:schemeClr val="bg1"/>
                </a:solidFill>
              </a:defRPr>
            </a:lvl1pPr>
          </a:lstStyle>
          <a:p>
            <a:pPr lvl="0"/>
            <a:r>
              <a:rPr lang="de-DE"/>
              <a:t>Position</a:t>
            </a:r>
          </a:p>
        </p:txBody>
      </p:sp>
      <p:sp>
        <p:nvSpPr>
          <p:cNvPr id="22" name="Textplatzhalter 19">
            <a:extLst>
              <a:ext uri="{FF2B5EF4-FFF2-40B4-BE49-F238E27FC236}">
                <a16:creationId xmlns:a16="http://schemas.microsoft.com/office/drawing/2014/main" id="{B2142F0D-3C5A-85B4-5E2A-8D0308F9D41E}"/>
              </a:ext>
            </a:extLst>
          </p:cNvPr>
          <p:cNvSpPr>
            <a:spLocks noGrp="1"/>
          </p:cNvSpPr>
          <p:nvPr>
            <p:ph type="body" sz="quarter" idx="51" hasCustomPrompt="1"/>
          </p:nvPr>
        </p:nvSpPr>
        <p:spPr bwMode="gray">
          <a:xfrm>
            <a:off x="6967810" y="4686846"/>
            <a:ext cx="2511148" cy="199671"/>
          </a:xfrm>
        </p:spPr>
        <p:txBody>
          <a:bodyPr/>
          <a:lstStyle>
            <a:lvl1pPr marL="0" indent="0" algn="ctr">
              <a:buNone/>
              <a:defRPr sz="1600">
                <a:solidFill>
                  <a:schemeClr val="bg1"/>
                </a:solidFill>
              </a:defRPr>
            </a:lvl1pPr>
          </a:lstStyle>
          <a:p>
            <a:pPr lvl="0"/>
            <a:r>
              <a:rPr lang="de-DE" err="1"/>
              <a:t>Section</a:t>
            </a:r>
            <a:endParaRPr lang="de-DE"/>
          </a:p>
        </p:txBody>
      </p:sp>
      <p:sp>
        <p:nvSpPr>
          <p:cNvPr id="23" name="Textplatzhalter 19">
            <a:extLst>
              <a:ext uri="{FF2B5EF4-FFF2-40B4-BE49-F238E27FC236}">
                <a16:creationId xmlns:a16="http://schemas.microsoft.com/office/drawing/2014/main" id="{6AD99CAC-851D-F368-5CAF-F0E29A293444}"/>
              </a:ext>
            </a:extLst>
          </p:cNvPr>
          <p:cNvSpPr>
            <a:spLocks noGrp="1"/>
          </p:cNvSpPr>
          <p:nvPr>
            <p:ph type="body" sz="quarter" idx="52" hasCustomPrompt="1"/>
          </p:nvPr>
        </p:nvSpPr>
        <p:spPr bwMode="gray">
          <a:xfrm>
            <a:off x="6967810" y="4156615"/>
            <a:ext cx="2511148" cy="286915"/>
          </a:xfrm>
        </p:spPr>
        <p:txBody>
          <a:bodyPr/>
          <a:lstStyle>
            <a:lvl1pPr marL="0" indent="0" algn="ctr">
              <a:buNone/>
              <a:defRPr sz="2000" b="1">
                <a:solidFill>
                  <a:schemeClr val="accent1"/>
                </a:solidFill>
                <a:latin typeface="+mn-lt"/>
              </a:defRPr>
            </a:lvl1pPr>
          </a:lstStyle>
          <a:p>
            <a:pPr lvl="0"/>
            <a:r>
              <a:rPr lang="de-DE"/>
              <a:t>John </a:t>
            </a:r>
            <a:r>
              <a:rPr lang="de-DE" err="1"/>
              <a:t>Doe</a:t>
            </a:r>
            <a:endParaRPr lang="de-DE"/>
          </a:p>
        </p:txBody>
      </p:sp>
      <p:sp>
        <p:nvSpPr>
          <p:cNvPr id="24" name="Textplatzhalter 19">
            <a:extLst>
              <a:ext uri="{FF2B5EF4-FFF2-40B4-BE49-F238E27FC236}">
                <a16:creationId xmlns:a16="http://schemas.microsoft.com/office/drawing/2014/main" id="{D6B1D9BE-B0D3-503A-B043-9F88ED11D6A0}"/>
              </a:ext>
            </a:extLst>
          </p:cNvPr>
          <p:cNvSpPr>
            <a:spLocks noGrp="1"/>
          </p:cNvSpPr>
          <p:nvPr>
            <p:ph type="body" sz="quarter" idx="53" hasCustomPrompt="1"/>
          </p:nvPr>
        </p:nvSpPr>
        <p:spPr bwMode="gray">
          <a:xfrm>
            <a:off x="6967810" y="5401450"/>
            <a:ext cx="2511148" cy="145909"/>
          </a:xfrm>
        </p:spPr>
        <p:txBody>
          <a:bodyPr/>
          <a:lstStyle>
            <a:lvl1pPr marL="0" indent="0" algn="ctr">
              <a:buNone/>
              <a:defRPr sz="1200">
                <a:solidFill>
                  <a:schemeClr val="bg1"/>
                </a:solidFill>
              </a:defRPr>
            </a:lvl1pPr>
          </a:lstStyle>
          <a:p>
            <a:pPr lvl="0"/>
            <a:r>
              <a:rPr lang="de-DE"/>
              <a:t>Web</a:t>
            </a:r>
          </a:p>
        </p:txBody>
      </p:sp>
      <p:sp>
        <p:nvSpPr>
          <p:cNvPr id="25" name="Textplatzhalter 19">
            <a:extLst>
              <a:ext uri="{FF2B5EF4-FFF2-40B4-BE49-F238E27FC236}">
                <a16:creationId xmlns:a16="http://schemas.microsoft.com/office/drawing/2014/main" id="{2802FA9B-84F3-7129-C6F5-215B812BAD2F}"/>
              </a:ext>
            </a:extLst>
          </p:cNvPr>
          <p:cNvSpPr>
            <a:spLocks noGrp="1"/>
          </p:cNvSpPr>
          <p:nvPr>
            <p:ph type="body" sz="quarter" idx="54" hasCustomPrompt="1"/>
          </p:nvPr>
        </p:nvSpPr>
        <p:spPr bwMode="gray">
          <a:xfrm>
            <a:off x="6967810" y="5566551"/>
            <a:ext cx="2511148" cy="145909"/>
          </a:xfrm>
        </p:spPr>
        <p:txBody>
          <a:bodyPr/>
          <a:lstStyle>
            <a:lvl1pPr marL="0" indent="0" algn="ctr">
              <a:buNone/>
              <a:defRPr sz="1200">
                <a:solidFill>
                  <a:schemeClr val="bg1"/>
                </a:solidFill>
              </a:defRPr>
            </a:lvl1pPr>
          </a:lstStyle>
          <a:p>
            <a:pPr lvl="0"/>
            <a:r>
              <a:rPr lang="de-DE"/>
              <a:t>E-Mail</a:t>
            </a:r>
          </a:p>
        </p:txBody>
      </p:sp>
      <p:sp>
        <p:nvSpPr>
          <p:cNvPr id="26" name="Textplatzhalter 19">
            <a:extLst>
              <a:ext uri="{FF2B5EF4-FFF2-40B4-BE49-F238E27FC236}">
                <a16:creationId xmlns:a16="http://schemas.microsoft.com/office/drawing/2014/main" id="{BB21797B-8CFE-485B-E4ED-DD6453B0EE71}"/>
              </a:ext>
            </a:extLst>
          </p:cNvPr>
          <p:cNvSpPr>
            <a:spLocks noGrp="1"/>
          </p:cNvSpPr>
          <p:nvPr>
            <p:ph type="body" sz="quarter" idx="55" hasCustomPrompt="1"/>
          </p:nvPr>
        </p:nvSpPr>
        <p:spPr bwMode="gray">
          <a:xfrm>
            <a:off x="6967810" y="5731651"/>
            <a:ext cx="2511148" cy="145909"/>
          </a:xfrm>
        </p:spPr>
        <p:txBody>
          <a:bodyPr/>
          <a:lstStyle>
            <a:lvl1pPr marL="0" indent="0" algn="ctr">
              <a:buNone/>
              <a:defRPr sz="1200">
                <a:solidFill>
                  <a:schemeClr val="bg1"/>
                </a:solidFill>
              </a:defRPr>
            </a:lvl1pPr>
          </a:lstStyle>
          <a:p>
            <a:pPr lvl="0"/>
            <a:r>
              <a:rPr lang="de-DE"/>
              <a:t>Phone</a:t>
            </a:r>
          </a:p>
        </p:txBody>
      </p:sp>
      <p:cxnSp>
        <p:nvCxnSpPr>
          <p:cNvPr id="28" name="Gerader Verbinder 27">
            <a:extLst>
              <a:ext uri="{FF2B5EF4-FFF2-40B4-BE49-F238E27FC236}">
                <a16:creationId xmlns:a16="http://schemas.microsoft.com/office/drawing/2014/main" id="{36BB2330-FD87-F1F5-420C-96EEFA7D5EEE}"/>
              </a:ext>
            </a:extLst>
          </p:cNvPr>
          <p:cNvCxnSpPr>
            <a:cxnSpLocks/>
          </p:cNvCxnSpPr>
          <p:nvPr userDrawn="1"/>
        </p:nvCxnSpPr>
        <p:spPr bwMode="gray">
          <a:xfrm flipH="1">
            <a:off x="3703185"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 name="Gerader Verbinder 1">
            <a:extLst>
              <a:ext uri="{FF2B5EF4-FFF2-40B4-BE49-F238E27FC236}">
                <a16:creationId xmlns:a16="http://schemas.microsoft.com/office/drawing/2014/main" id="{0ED6F201-F5A5-9A94-DF70-734B4C585AED}"/>
              </a:ext>
            </a:extLst>
          </p:cNvPr>
          <p:cNvCxnSpPr>
            <a:cxnSpLocks/>
          </p:cNvCxnSpPr>
          <p:nvPr userDrawn="1"/>
        </p:nvCxnSpPr>
        <p:spPr bwMode="gray">
          <a:xfrm flipH="1">
            <a:off x="7957954"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00437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_Contact_3">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0C3BB7C-B4A7-41A4-8C5A-903570B6070B}"/>
              </a:ext>
            </a:extLst>
          </p:cNvPr>
          <p:cNvSpPr>
            <a:spLocks noGrp="1"/>
          </p:cNvSpPr>
          <p:nvPr>
            <p:ph type="title" hasCustomPrompt="1"/>
          </p:nvPr>
        </p:nvSpPr>
        <p:spPr bwMode="gray"/>
        <p:txBody>
          <a:bodyPr vert="horz"/>
          <a:lstStyle/>
          <a:p>
            <a:r>
              <a:rPr lang="en-US"/>
              <a:t>Click to edit Master title style</a:t>
            </a:r>
          </a:p>
        </p:txBody>
      </p:sp>
      <p:sp>
        <p:nvSpPr>
          <p:cNvPr id="10" name="Footer Placeholder 4">
            <a:extLst>
              <a:ext uri="{FF2B5EF4-FFF2-40B4-BE49-F238E27FC236}">
                <a16:creationId xmlns:a16="http://schemas.microsoft.com/office/drawing/2014/main" id="{A9C53063-1F58-BE27-2E94-7E00DE772613}"/>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a:t>© 2023 NTT DATA Business Solutions</a:t>
            </a:r>
          </a:p>
        </p:txBody>
      </p:sp>
      <p:sp>
        <p:nvSpPr>
          <p:cNvPr id="11" name="Slide Number Placeholder 5">
            <a:extLst>
              <a:ext uri="{FF2B5EF4-FFF2-40B4-BE49-F238E27FC236}">
                <a16:creationId xmlns:a16="http://schemas.microsoft.com/office/drawing/2014/main" id="{AF1EE05E-1EF3-FA88-09CC-87DB6B58184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a:p>
        </p:txBody>
      </p:sp>
      <p:sp>
        <p:nvSpPr>
          <p:cNvPr id="2" name="Bild">
            <a:extLst>
              <a:ext uri="{FF2B5EF4-FFF2-40B4-BE49-F238E27FC236}">
                <a16:creationId xmlns:a16="http://schemas.microsoft.com/office/drawing/2014/main" id="{39AEFD9F-70E6-5C57-9436-1749177EF001}"/>
              </a:ext>
            </a:extLst>
          </p:cNvPr>
          <p:cNvSpPr>
            <a:spLocks noGrp="1"/>
          </p:cNvSpPr>
          <p:nvPr>
            <p:ph type="pic" sz="quarter" idx="18"/>
          </p:nvPr>
        </p:nvSpPr>
        <p:spPr bwMode="gray">
          <a:xfrm>
            <a:off x="1502898" y="1719468"/>
            <a:ext cx="2158392" cy="2158204"/>
          </a:xfrm>
          <a:prstGeom prst="ellipse">
            <a:avLst/>
          </a:prstGeom>
          <a:solidFill>
            <a:schemeClr val="accent6"/>
          </a:solidFill>
        </p:spPr>
        <p:txBody>
          <a:bodyPr lIns="144000" tIns="144000" rIns="144000" bIns="144000"/>
          <a:lstStyle>
            <a:lvl1pPr marL="0" indent="0">
              <a:buNone/>
              <a:defRPr sz="1400"/>
            </a:lvl1pPr>
          </a:lstStyle>
          <a:p>
            <a:r>
              <a:rPr lang="de-DE" noProof="0"/>
              <a:t>Bild</a:t>
            </a:r>
          </a:p>
        </p:txBody>
      </p:sp>
      <p:sp>
        <p:nvSpPr>
          <p:cNvPr id="4" name="Textplatzhalter 19">
            <a:extLst>
              <a:ext uri="{FF2B5EF4-FFF2-40B4-BE49-F238E27FC236}">
                <a16:creationId xmlns:a16="http://schemas.microsoft.com/office/drawing/2014/main" id="{7C1C95DB-5597-0591-2531-E1B3711EA916}"/>
              </a:ext>
            </a:extLst>
          </p:cNvPr>
          <p:cNvSpPr>
            <a:spLocks noGrp="1"/>
          </p:cNvSpPr>
          <p:nvPr>
            <p:ph type="body" sz="quarter" idx="20" hasCustomPrompt="1"/>
          </p:nvPr>
        </p:nvSpPr>
        <p:spPr bwMode="gray">
          <a:xfrm>
            <a:off x="1326520" y="4463802"/>
            <a:ext cx="2511148" cy="199671"/>
          </a:xfrm>
        </p:spPr>
        <p:txBody>
          <a:bodyPr/>
          <a:lstStyle>
            <a:lvl1pPr marL="0" indent="0" algn="ctr">
              <a:buNone/>
              <a:defRPr sz="1600">
                <a:solidFill>
                  <a:schemeClr val="bg1"/>
                </a:solidFill>
              </a:defRPr>
            </a:lvl1pPr>
          </a:lstStyle>
          <a:p>
            <a:pPr lvl="0"/>
            <a:r>
              <a:rPr lang="de-DE"/>
              <a:t>Position</a:t>
            </a:r>
          </a:p>
        </p:txBody>
      </p:sp>
      <p:sp>
        <p:nvSpPr>
          <p:cNvPr id="5" name="Textplatzhalter 19">
            <a:extLst>
              <a:ext uri="{FF2B5EF4-FFF2-40B4-BE49-F238E27FC236}">
                <a16:creationId xmlns:a16="http://schemas.microsoft.com/office/drawing/2014/main" id="{B3ABC7FD-E9DD-2056-C2DD-E029D9AA2E54}"/>
              </a:ext>
            </a:extLst>
          </p:cNvPr>
          <p:cNvSpPr>
            <a:spLocks noGrp="1"/>
          </p:cNvSpPr>
          <p:nvPr>
            <p:ph type="body" sz="quarter" idx="24" hasCustomPrompt="1"/>
          </p:nvPr>
        </p:nvSpPr>
        <p:spPr bwMode="gray">
          <a:xfrm>
            <a:off x="1326520" y="4686846"/>
            <a:ext cx="2511148" cy="199671"/>
          </a:xfrm>
        </p:spPr>
        <p:txBody>
          <a:bodyPr/>
          <a:lstStyle>
            <a:lvl1pPr marL="0" indent="0" algn="ctr">
              <a:buNone/>
              <a:defRPr sz="1600">
                <a:solidFill>
                  <a:schemeClr val="bg1"/>
                </a:solidFill>
              </a:defRPr>
            </a:lvl1pPr>
          </a:lstStyle>
          <a:p>
            <a:pPr lvl="0"/>
            <a:r>
              <a:rPr lang="de-DE" err="1"/>
              <a:t>Section</a:t>
            </a:r>
            <a:endParaRPr lang="de-DE"/>
          </a:p>
        </p:txBody>
      </p:sp>
      <p:sp>
        <p:nvSpPr>
          <p:cNvPr id="7" name="Textplatzhalter 19">
            <a:extLst>
              <a:ext uri="{FF2B5EF4-FFF2-40B4-BE49-F238E27FC236}">
                <a16:creationId xmlns:a16="http://schemas.microsoft.com/office/drawing/2014/main" id="{FE51A178-72AA-A0DC-0AA4-A9E969630EC2}"/>
              </a:ext>
            </a:extLst>
          </p:cNvPr>
          <p:cNvSpPr>
            <a:spLocks noGrp="1"/>
          </p:cNvSpPr>
          <p:nvPr>
            <p:ph type="body" sz="quarter" idx="25" hasCustomPrompt="1"/>
          </p:nvPr>
        </p:nvSpPr>
        <p:spPr bwMode="gray">
          <a:xfrm>
            <a:off x="1326520" y="4156615"/>
            <a:ext cx="2511148" cy="286915"/>
          </a:xfrm>
        </p:spPr>
        <p:txBody>
          <a:bodyPr/>
          <a:lstStyle>
            <a:lvl1pPr marL="0" indent="0" algn="ctr">
              <a:buNone/>
              <a:defRPr sz="2000" b="1">
                <a:solidFill>
                  <a:schemeClr val="accent1"/>
                </a:solidFill>
                <a:latin typeface="+mn-lt"/>
              </a:defRPr>
            </a:lvl1pPr>
          </a:lstStyle>
          <a:p>
            <a:pPr lvl="0"/>
            <a:r>
              <a:rPr lang="de-DE"/>
              <a:t>John </a:t>
            </a:r>
            <a:r>
              <a:rPr lang="de-DE" err="1"/>
              <a:t>Doe</a:t>
            </a:r>
            <a:endParaRPr lang="de-DE"/>
          </a:p>
        </p:txBody>
      </p:sp>
      <p:sp>
        <p:nvSpPr>
          <p:cNvPr id="8" name="Textplatzhalter 19">
            <a:extLst>
              <a:ext uri="{FF2B5EF4-FFF2-40B4-BE49-F238E27FC236}">
                <a16:creationId xmlns:a16="http://schemas.microsoft.com/office/drawing/2014/main" id="{BCC91446-93DE-E095-F1D5-359F929FBF33}"/>
              </a:ext>
            </a:extLst>
          </p:cNvPr>
          <p:cNvSpPr>
            <a:spLocks noGrp="1"/>
          </p:cNvSpPr>
          <p:nvPr>
            <p:ph type="body" sz="quarter" idx="26" hasCustomPrompt="1"/>
          </p:nvPr>
        </p:nvSpPr>
        <p:spPr bwMode="gray">
          <a:xfrm>
            <a:off x="1326520" y="5401450"/>
            <a:ext cx="2511148" cy="145909"/>
          </a:xfrm>
        </p:spPr>
        <p:txBody>
          <a:bodyPr/>
          <a:lstStyle>
            <a:lvl1pPr marL="0" indent="0" algn="ctr">
              <a:buNone/>
              <a:defRPr sz="1200">
                <a:solidFill>
                  <a:schemeClr val="bg1"/>
                </a:solidFill>
              </a:defRPr>
            </a:lvl1pPr>
          </a:lstStyle>
          <a:p>
            <a:pPr lvl="0"/>
            <a:r>
              <a:rPr lang="de-DE"/>
              <a:t>Web</a:t>
            </a:r>
          </a:p>
        </p:txBody>
      </p:sp>
      <p:sp>
        <p:nvSpPr>
          <p:cNvPr id="9" name="Textplatzhalter 19">
            <a:extLst>
              <a:ext uri="{FF2B5EF4-FFF2-40B4-BE49-F238E27FC236}">
                <a16:creationId xmlns:a16="http://schemas.microsoft.com/office/drawing/2014/main" id="{3C0201BE-12D7-CB4E-1E31-0B52B5F8D25D}"/>
              </a:ext>
            </a:extLst>
          </p:cNvPr>
          <p:cNvSpPr>
            <a:spLocks noGrp="1"/>
          </p:cNvSpPr>
          <p:nvPr>
            <p:ph type="body" sz="quarter" idx="27" hasCustomPrompt="1"/>
          </p:nvPr>
        </p:nvSpPr>
        <p:spPr bwMode="gray">
          <a:xfrm>
            <a:off x="1326520" y="5566551"/>
            <a:ext cx="2511148" cy="145909"/>
          </a:xfrm>
        </p:spPr>
        <p:txBody>
          <a:bodyPr/>
          <a:lstStyle>
            <a:lvl1pPr marL="0" indent="0" algn="ctr">
              <a:buNone/>
              <a:defRPr sz="1200">
                <a:solidFill>
                  <a:schemeClr val="bg1"/>
                </a:solidFill>
              </a:defRPr>
            </a:lvl1pPr>
          </a:lstStyle>
          <a:p>
            <a:pPr lvl="0"/>
            <a:r>
              <a:rPr lang="de-DE"/>
              <a:t>E-Mail</a:t>
            </a:r>
          </a:p>
        </p:txBody>
      </p:sp>
      <p:sp>
        <p:nvSpPr>
          <p:cNvPr id="13" name="Textplatzhalter 19">
            <a:extLst>
              <a:ext uri="{FF2B5EF4-FFF2-40B4-BE49-F238E27FC236}">
                <a16:creationId xmlns:a16="http://schemas.microsoft.com/office/drawing/2014/main" id="{E8AAF35B-5ABC-EA43-39C8-033629111AA6}"/>
              </a:ext>
            </a:extLst>
          </p:cNvPr>
          <p:cNvSpPr>
            <a:spLocks noGrp="1"/>
          </p:cNvSpPr>
          <p:nvPr>
            <p:ph type="body" sz="quarter" idx="28" hasCustomPrompt="1"/>
          </p:nvPr>
        </p:nvSpPr>
        <p:spPr bwMode="gray">
          <a:xfrm>
            <a:off x="1326520" y="5731651"/>
            <a:ext cx="2511148" cy="145909"/>
          </a:xfrm>
        </p:spPr>
        <p:txBody>
          <a:bodyPr/>
          <a:lstStyle>
            <a:lvl1pPr marL="0" indent="0" algn="ctr">
              <a:buNone/>
              <a:defRPr sz="1200">
                <a:solidFill>
                  <a:schemeClr val="bg1"/>
                </a:solidFill>
              </a:defRPr>
            </a:lvl1pPr>
          </a:lstStyle>
          <a:p>
            <a:pPr lvl="0"/>
            <a:r>
              <a:rPr lang="de-DE"/>
              <a:t>Phone</a:t>
            </a:r>
          </a:p>
        </p:txBody>
      </p:sp>
      <p:sp>
        <p:nvSpPr>
          <p:cNvPr id="27" name="Bild">
            <a:extLst>
              <a:ext uri="{FF2B5EF4-FFF2-40B4-BE49-F238E27FC236}">
                <a16:creationId xmlns:a16="http://schemas.microsoft.com/office/drawing/2014/main" id="{DD7FE38A-51E1-4E43-BB57-1664A248CB82}"/>
              </a:ext>
            </a:extLst>
          </p:cNvPr>
          <p:cNvSpPr>
            <a:spLocks noGrp="1"/>
          </p:cNvSpPr>
          <p:nvPr>
            <p:ph type="pic" sz="quarter" idx="29"/>
          </p:nvPr>
        </p:nvSpPr>
        <p:spPr bwMode="gray">
          <a:xfrm>
            <a:off x="5016397" y="1719468"/>
            <a:ext cx="2158392" cy="2158204"/>
          </a:xfrm>
          <a:prstGeom prst="ellipse">
            <a:avLst/>
          </a:prstGeom>
          <a:solidFill>
            <a:schemeClr val="accent6"/>
          </a:solidFill>
        </p:spPr>
        <p:txBody>
          <a:bodyPr lIns="144000" tIns="144000" rIns="144000" bIns="144000"/>
          <a:lstStyle>
            <a:lvl1pPr marL="0" indent="0">
              <a:buNone/>
              <a:defRPr sz="1100"/>
            </a:lvl1pPr>
          </a:lstStyle>
          <a:p>
            <a:r>
              <a:rPr lang="de-DE" noProof="0"/>
              <a:t>Bild</a:t>
            </a:r>
          </a:p>
        </p:txBody>
      </p:sp>
      <p:sp>
        <p:nvSpPr>
          <p:cNvPr id="28" name="Bild">
            <a:extLst>
              <a:ext uri="{FF2B5EF4-FFF2-40B4-BE49-F238E27FC236}">
                <a16:creationId xmlns:a16="http://schemas.microsoft.com/office/drawing/2014/main" id="{51BA8FB0-222A-0F16-0114-3BB853F45628}"/>
              </a:ext>
            </a:extLst>
          </p:cNvPr>
          <p:cNvSpPr>
            <a:spLocks noGrp="1"/>
          </p:cNvSpPr>
          <p:nvPr>
            <p:ph type="pic" sz="quarter" idx="37"/>
          </p:nvPr>
        </p:nvSpPr>
        <p:spPr bwMode="gray">
          <a:xfrm>
            <a:off x="8529896" y="1719468"/>
            <a:ext cx="2158392" cy="2158204"/>
          </a:xfrm>
          <a:prstGeom prst="ellipse">
            <a:avLst/>
          </a:prstGeom>
          <a:solidFill>
            <a:schemeClr val="accent6"/>
          </a:solidFill>
        </p:spPr>
        <p:txBody>
          <a:bodyPr lIns="144000" tIns="144000" rIns="144000" bIns="144000"/>
          <a:lstStyle>
            <a:lvl1pPr marL="0" indent="0">
              <a:buNone/>
              <a:defRPr sz="1100"/>
            </a:lvl1pPr>
          </a:lstStyle>
          <a:p>
            <a:r>
              <a:rPr lang="de-DE" noProof="0"/>
              <a:t>Bild</a:t>
            </a:r>
          </a:p>
        </p:txBody>
      </p:sp>
      <p:sp>
        <p:nvSpPr>
          <p:cNvPr id="29" name="Textplatzhalter 19">
            <a:extLst>
              <a:ext uri="{FF2B5EF4-FFF2-40B4-BE49-F238E27FC236}">
                <a16:creationId xmlns:a16="http://schemas.microsoft.com/office/drawing/2014/main" id="{2FC1F118-28C7-4937-8FA8-52653C8B7B85}"/>
              </a:ext>
            </a:extLst>
          </p:cNvPr>
          <p:cNvSpPr>
            <a:spLocks noGrp="1"/>
          </p:cNvSpPr>
          <p:nvPr>
            <p:ph type="body" sz="quarter" idx="44" hasCustomPrompt="1"/>
          </p:nvPr>
        </p:nvSpPr>
        <p:spPr bwMode="gray">
          <a:xfrm>
            <a:off x="4840019" y="4463802"/>
            <a:ext cx="2511148" cy="199671"/>
          </a:xfrm>
        </p:spPr>
        <p:txBody>
          <a:bodyPr/>
          <a:lstStyle>
            <a:lvl1pPr marL="0" indent="0" algn="ctr">
              <a:buNone/>
              <a:defRPr sz="1600">
                <a:solidFill>
                  <a:schemeClr val="bg1"/>
                </a:solidFill>
              </a:defRPr>
            </a:lvl1pPr>
          </a:lstStyle>
          <a:p>
            <a:pPr lvl="0"/>
            <a:r>
              <a:rPr lang="de-DE"/>
              <a:t>Position</a:t>
            </a:r>
          </a:p>
        </p:txBody>
      </p:sp>
      <p:sp>
        <p:nvSpPr>
          <p:cNvPr id="30" name="Textplatzhalter 19">
            <a:extLst>
              <a:ext uri="{FF2B5EF4-FFF2-40B4-BE49-F238E27FC236}">
                <a16:creationId xmlns:a16="http://schemas.microsoft.com/office/drawing/2014/main" id="{9956C4FB-FC8C-0A01-8FBD-746ACAC51DFA}"/>
              </a:ext>
            </a:extLst>
          </p:cNvPr>
          <p:cNvSpPr>
            <a:spLocks noGrp="1"/>
          </p:cNvSpPr>
          <p:nvPr>
            <p:ph type="body" sz="quarter" idx="45" hasCustomPrompt="1"/>
          </p:nvPr>
        </p:nvSpPr>
        <p:spPr bwMode="gray">
          <a:xfrm>
            <a:off x="4840019" y="4686846"/>
            <a:ext cx="2511148" cy="199671"/>
          </a:xfrm>
        </p:spPr>
        <p:txBody>
          <a:bodyPr/>
          <a:lstStyle>
            <a:lvl1pPr marL="0" indent="0" algn="ctr">
              <a:buNone/>
              <a:defRPr sz="1600">
                <a:solidFill>
                  <a:schemeClr val="bg1"/>
                </a:solidFill>
              </a:defRPr>
            </a:lvl1pPr>
          </a:lstStyle>
          <a:p>
            <a:pPr lvl="0"/>
            <a:r>
              <a:rPr lang="de-DE" err="1"/>
              <a:t>Section</a:t>
            </a:r>
            <a:endParaRPr lang="de-DE"/>
          </a:p>
        </p:txBody>
      </p:sp>
      <p:sp>
        <p:nvSpPr>
          <p:cNvPr id="31" name="Textplatzhalter 19">
            <a:extLst>
              <a:ext uri="{FF2B5EF4-FFF2-40B4-BE49-F238E27FC236}">
                <a16:creationId xmlns:a16="http://schemas.microsoft.com/office/drawing/2014/main" id="{970BB876-E1DE-3E78-7E09-2CAA27FA90F2}"/>
              </a:ext>
            </a:extLst>
          </p:cNvPr>
          <p:cNvSpPr>
            <a:spLocks noGrp="1"/>
          </p:cNvSpPr>
          <p:nvPr>
            <p:ph type="body" sz="quarter" idx="46" hasCustomPrompt="1"/>
          </p:nvPr>
        </p:nvSpPr>
        <p:spPr bwMode="gray">
          <a:xfrm>
            <a:off x="4840019" y="4156615"/>
            <a:ext cx="2511148" cy="286915"/>
          </a:xfrm>
        </p:spPr>
        <p:txBody>
          <a:bodyPr/>
          <a:lstStyle>
            <a:lvl1pPr marL="0" indent="0" algn="ctr">
              <a:buNone/>
              <a:defRPr sz="2000" b="1">
                <a:solidFill>
                  <a:schemeClr val="accent1"/>
                </a:solidFill>
                <a:latin typeface="+mn-lt"/>
              </a:defRPr>
            </a:lvl1pPr>
          </a:lstStyle>
          <a:p>
            <a:pPr lvl="0"/>
            <a:r>
              <a:rPr lang="de-DE"/>
              <a:t>John </a:t>
            </a:r>
            <a:r>
              <a:rPr lang="de-DE" err="1"/>
              <a:t>Doe</a:t>
            </a:r>
            <a:endParaRPr lang="de-DE"/>
          </a:p>
        </p:txBody>
      </p:sp>
      <p:sp>
        <p:nvSpPr>
          <p:cNvPr id="32" name="Textplatzhalter 19">
            <a:extLst>
              <a:ext uri="{FF2B5EF4-FFF2-40B4-BE49-F238E27FC236}">
                <a16:creationId xmlns:a16="http://schemas.microsoft.com/office/drawing/2014/main" id="{D9A2957C-6E58-625D-F432-838F79B9CE77}"/>
              </a:ext>
            </a:extLst>
          </p:cNvPr>
          <p:cNvSpPr>
            <a:spLocks noGrp="1"/>
          </p:cNvSpPr>
          <p:nvPr>
            <p:ph type="body" sz="quarter" idx="47" hasCustomPrompt="1"/>
          </p:nvPr>
        </p:nvSpPr>
        <p:spPr bwMode="gray">
          <a:xfrm>
            <a:off x="4840019" y="5401450"/>
            <a:ext cx="2511148" cy="145909"/>
          </a:xfrm>
        </p:spPr>
        <p:txBody>
          <a:bodyPr/>
          <a:lstStyle>
            <a:lvl1pPr marL="0" indent="0" algn="ctr">
              <a:buNone/>
              <a:defRPr sz="1200">
                <a:solidFill>
                  <a:schemeClr val="bg1"/>
                </a:solidFill>
              </a:defRPr>
            </a:lvl1pPr>
          </a:lstStyle>
          <a:p>
            <a:pPr lvl="0"/>
            <a:r>
              <a:rPr lang="de-DE"/>
              <a:t>Web</a:t>
            </a:r>
          </a:p>
        </p:txBody>
      </p:sp>
      <p:sp>
        <p:nvSpPr>
          <p:cNvPr id="33" name="Textplatzhalter 19">
            <a:extLst>
              <a:ext uri="{FF2B5EF4-FFF2-40B4-BE49-F238E27FC236}">
                <a16:creationId xmlns:a16="http://schemas.microsoft.com/office/drawing/2014/main" id="{74BEB116-9F3B-9EFD-DC83-6B0730E8AD65}"/>
              </a:ext>
            </a:extLst>
          </p:cNvPr>
          <p:cNvSpPr>
            <a:spLocks noGrp="1"/>
          </p:cNvSpPr>
          <p:nvPr>
            <p:ph type="body" sz="quarter" idx="48" hasCustomPrompt="1"/>
          </p:nvPr>
        </p:nvSpPr>
        <p:spPr bwMode="gray">
          <a:xfrm>
            <a:off x="4840019" y="5566551"/>
            <a:ext cx="2511148" cy="145909"/>
          </a:xfrm>
        </p:spPr>
        <p:txBody>
          <a:bodyPr/>
          <a:lstStyle>
            <a:lvl1pPr marL="0" indent="0" algn="ctr">
              <a:buNone/>
              <a:defRPr sz="1200">
                <a:solidFill>
                  <a:schemeClr val="bg1"/>
                </a:solidFill>
              </a:defRPr>
            </a:lvl1pPr>
          </a:lstStyle>
          <a:p>
            <a:pPr lvl="0"/>
            <a:r>
              <a:rPr lang="de-DE"/>
              <a:t>E-Mail</a:t>
            </a:r>
          </a:p>
        </p:txBody>
      </p:sp>
      <p:sp>
        <p:nvSpPr>
          <p:cNvPr id="34" name="Textplatzhalter 19">
            <a:extLst>
              <a:ext uri="{FF2B5EF4-FFF2-40B4-BE49-F238E27FC236}">
                <a16:creationId xmlns:a16="http://schemas.microsoft.com/office/drawing/2014/main" id="{4CB43218-24DA-32A8-D5BE-9A424D0A36C5}"/>
              </a:ext>
            </a:extLst>
          </p:cNvPr>
          <p:cNvSpPr>
            <a:spLocks noGrp="1"/>
          </p:cNvSpPr>
          <p:nvPr>
            <p:ph type="body" sz="quarter" idx="49" hasCustomPrompt="1"/>
          </p:nvPr>
        </p:nvSpPr>
        <p:spPr bwMode="gray">
          <a:xfrm>
            <a:off x="4840019" y="5731651"/>
            <a:ext cx="2511148" cy="145909"/>
          </a:xfrm>
        </p:spPr>
        <p:txBody>
          <a:bodyPr/>
          <a:lstStyle>
            <a:lvl1pPr marL="0" indent="0" algn="ctr">
              <a:buNone/>
              <a:defRPr sz="1200">
                <a:solidFill>
                  <a:schemeClr val="bg1"/>
                </a:solidFill>
              </a:defRPr>
            </a:lvl1pPr>
          </a:lstStyle>
          <a:p>
            <a:pPr lvl="0"/>
            <a:r>
              <a:rPr lang="de-DE"/>
              <a:t>Phone</a:t>
            </a:r>
          </a:p>
        </p:txBody>
      </p:sp>
      <p:sp>
        <p:nvSpPr>
          <p:cNvPr id="35" name="Textplatzhalter 19">
            <a:extLst>
              <a:ext uri="{FF2B5EF4-FFF2-40B4-BE49-F238E27FC236}">
                <a16:creationId xmlns:a16="http://schemas.microsoft.com/office/drawing/2014/main" id="{E81E8992-8200-DACF-50F0-649AF690BCC1}"/>
              </a:ext>
            </a:extLst>
          </p:cNvPr>
          <p:cNvSpPr>
            <a:spLocks noGrp="1"/>
          </p:cNvSpPr>
          <p:nvPr>
            <p:ph type="body" sz="quarter" idx="50" hasCustomPrompt="1"/>
          </p:nvPr>
        </p:nvSpPr>
        <p:spPr bwMode="gray">
          <a:xfrm>
            <a:off x="8353518" y="4463802"/>
            <a:ext cx="2511148" cy="199671"/>
          </a:xfrm>
        </p:spPr>
        <p:txBody>
          <a:bodyPr/>
          <a:lstStyle>
            <a:lvl1pPr marL="0" indent="0" algn="ctr">
              <a:buNone/>
              <a:defRPr sz="1600">
                <a:solidFill>
                  <a:schemeClr val="bg1"/>
                </a:solidFill>
              </a:defRPr>
            </a:lvl1pPr>
          </a:lstStyle>
          <a:p>
            <a:pPr lvl="0"/>
            <a:r>
              <a:rPr lang="de-DE"/>
              <a:t>Position</a:t>
            </a:r>
          </a:p>
        </p:txBody>
      </p:sp>
      <p:sp>
        <p:nvSpPr>
          <p:cNvPr id="36" name="Textplatzhalter 19">
            <a:extLst>
              <a:ext uri="{FF2B5EF4-FFF2-40B4-BE49-F238E27FC236}">
                <a16:creationId xmlns:a16="http://schemas.microsoft.com/office/drawing/2014/main" id="{FE10506F-CB8E-5C2C-268B-4C764467679E}"/>
              </a:ext>
            </a:extLst>
          </p:cNvPr>
          <p:cNvSpPr>
            <a:spLocks noGrp="1"/>
          </p:cNvSpPr>
          <p:nvPr>
            <p:ph type="body" sz="quarter" idx="51" hasCustomPrompt="1"/>
          </p:nvPr>
        </p:nvSpPr>
        <p:spPr bwMode="gray">
          <a:xfrm>
            <a:off x="8353518" y="4686846"/>
            <a:ext cx="2511148" cy="199671"/>
          </a:xfrm>
        </p:spPr>
        <p:txBody>
          <a:bodyPr/>
          <a:lstStyle>
            <a:lvl1pPr marL="0" indent="0" algn="ctr">
              <a:buNone/>
              <a:defRPr sz="1600">
                <a:solidFill>
                  <a:schemeClr val="bg1"/>
                </a:solidFill>
              </a:defRPr>
            </a:lvl1pPr>
          </a:lstStyle>
          <a:p>
            <a:pPr lvl="0"/>
            <a:r>
              <a:rPr lang="de-DE" err="1"/>
              <a:t>Section</a:t>
            </a:r>
            <a:endParaRPr lang="de-DE"/>
          </a:p>
        </p:txBody>
      </p:sp>
      <p:sp>
        <p:nvSpPr>
          <p:cNvPr id="37" name="Textplatzhalter 19">
            <a:extLst>
              <a:ext uri="{FF2B5EF4-FFF2-40B4-BE49-F238E27FC236}">
                <a16:creationId xmlns:a16="http://schemas.microsoft.com/office/drawing/2014/main" id="{A71613BB-31C5-D570-5383-46C9D241237C}"/>
              </a:ext>
            </a:extLst>
          </p:cNvPr>
          <p:cNvSpPr>
            <a:spLocks noGrp="1"/>
          </p:cNvSpPr>
          <p:nvPr>
            <p:ph type="body" sz="quarter" idx="52" hasCustomPrompt="1"/>
          </p:nvPr>
        </p:nvSpPr>
        <p:spPr bwMode="gray">
          <a:xfrm>
            <a:off x="8353518" y="4156615"/>
            <a:ext cx="2511148" cy="286915"/>
          </a:xfrm>
        </p:spPr>
        <p:txBody>
          <a:bodyPr/>
          <a:lstStyle>
            <a:lvl1pPr marL="0" indent="0" algn="ctr">
              <a:buNone/>
              <a:defRPr sz="2000" b="1">
                <a:solidFill>
                  <a:schemeClr val="accent1"/>
                </a:solidFill>
                <a:latin typeface="+mn-lt"/>
              </a:defRPr>
            </a:lvl1pPr>
          </a:lstStyle>
          <a:p>
            <a:pPr lvl="0"/>
            <a:r>
              <a:rPr lang="de-DE"/>
              <a:t>John </a:t>
            </a:r>
            <a:r>
              <a:rPr lang="de-DE" err="1"/>
              <a:t>Doe</a:t>
            </a:r>
            <a:endParaRPr lang="de-DE"/>
          </a:p>
        </p:txBody>
      </p:sp>
      <p:sp>
        <p:nvSpPr>
          <p:cNvPr id="38" name="Textplatzhalter 19">
            <a:extLst>
              <a:ext uri="{FF2B5EF4-FFF2-40B4-BE49-F238E27FC236}">
                <a16:creationId xmlns:a16="http://schemas.microsoft.com/office/drawing/2014/main" id="{12B33152-4061-29D7-B525-D62B4334363A}"/>
              </a:ext>
            </a:extLst>
          </p:cNvPr>
          <p:cNvSpPr>
            <a:spLocks noGrp="1"/>
          </p:cNvSpPr>
          <p:nvPr>
            <p:ph type="body" sz="quarter" idx="53" hasCustomPrompt="1"/>
          </p:nvPr>
        </p:nvSpPr>
        <p:spPr bwMode="gray">
          <a:xfrm>
            <a:off x="8353518" y="5401450"/>
            <a:ext cx="2511148" cy="145909"/>
          </a:xfrm>
        </p:spPr>
        <p:txBody>
          <a:bodyPr/>
          <a:lstStyle>
            <a:lvl1pPr marL="0" indent="0" algn="ctr">
              <a:buNone/>
              <a:defRPr sz="1200">
                <a:solidFill>
                  <a:schemeClr val="bg1"/>
                </a:solidFill>
              </a:defRPr>
            </a:lvl1pPr>
          </a:lstStyle>
          <a:p>
            <a:pPr lvl="0"/>
            <a:r>
              <a:rPr lang="de-DE"/>
              <a:t>Web</a:t>
            </a:r>
          </a:p>
        </p:txBody>
      </p:sp>
      <p:sp>
        <p:nvSpPr>
          <p:cNvPr id="39" name="Textplatzhalter 19">
            <a:extLst>
              <a:ext uri="{FF2B5EF4-FFF2-40B4-BE49-F238E27FC236}">
                <a16:creationId xmlns:a16="http://schemas.microsoft.com/office/drawing/2014/main" id="{37EE4F2D-7C8F-4CB3-34E5-18895BF5B401}"/>
              </a:ext>
            </a:extLst>
          </p:cNvPr>
          <p:cNvSpPr>
            <a:spLocks noGrp="1"/>
          </p:cNvSpPr>
          <p:nvPr>
            <p:ph type="body" sz="quarter" idx="54" hasCustomPrompt="1"/>
          </p:nvPr>
        </p:nvSpPr>
        <p:spPr bwMode="gray">
          <a:xfrm>
            <a:off x="8353518" y="5566551"/>
            <a:ext cx="2511148" cy="145909"/>
          </a:xfrm>
        </p:spPr>
        <p:txBody>
          <a:bodyPr/>
          <a:lstStyle>
            <a:lvl1pPr marL="0" indent="0" algn="ctr">
              <a:buNone/>
              <a:defRPr sz="1200">
                <a:solidFill>
                  <a:schemeClr val="bg1"/>
                </a:solidFill>
              </a:defRPr>
            </a:lvl1pPr>
          </a:lstStyle>
          <a:p>
            <a:pPr lvl="0"/>
            <a:r>
              <a:rPr lang="de-DE"/>
              <a:t>E-Mail</a:t>
            </a:r>
          </a:p>
        </p:txBody>
      </p:sp>
      <p:sp>
        <p:nvSpPr>
          <p:cNvPr id="40" name="Textplatzhalter 19">
            <a:extLst>
              <a:ext uri="{FF2B5EF4-FFF2-40B4-BE49-F238E27FC236}">
                <a16:creationId xmlns:a16="http://schemas.microsoft.com/office/drawing/2014/main" id="{A171BA9E-108C-6597-2BE9-C9463EA96A99}"/>
              </a:ext>
            </a:extLst>
          </p:cNvPr>
          <p:cNvSpPr>
            <a:spLocks noGrp="1"/>
          </p:cNvSpPr>
          <p:nvPr>
            <p:ph type="body" sz="quarter" idx="55" hasCustomPrompt="1"/>
          </p:nvPr>
        </p:nvSpPr>
        <p:spPr bwMode="gray">
          <a:xfrm>
            <a:off x="8353518" y="5731651"/>
            <a:ext cx="2511148" cy="145909"/>
          </a:xfrm>
        </p:spPr>
        <p:txBody>
          <a:bodyPr/>
          <a:lstStyle>
            <a:lvl1pPr marL="0" indent="0" algn="ctr">
              <a:buNone/>
              <a:defRPr sz="1200">
                <a:solidFill>
                  <a:schemeClr val="bg1"/>
                </a:solidFill>
              </a:defRPr>
            </a:lvl1pPr>
          </a:lstStyle>
          <a:p>
            <a:pPr lvl="0"/>
            <a:r>
              <a:rPr lang="de-DE"/>
              <a:t>Phone</a:t>
            </a:r>
          </a:p>
        </p:txBody>
      </p:sp>
      <p:cxnSp>
        <p:nvCxnSpPr>
          <p:cNvPr id="3" name="Gerader Verbinder 2">
            <a:extLst>
              <a:ext uri="{FF2B5EF4-FFF2-40B4-BE49-F238E27FC236}">
                <a16:creationId xmlns:a16="http://schemas.microsoft.com/office/drawing/2014/main" id="{D7355B3D-D952-564D-F6B5-38C981C2232A}"/>
              </a:ext>
            </a:extLst>
          </p:cNvPr>
          <p:cNvCxnSpPr>
            <a:cxnSpLocks/>
          </p:cNvCxnSpPr>
          <p:nvPr userDrawn="1"/>
        </p:nvCxnSpPr>
        <p:spPr bwMode="gray">
          <a:xfrm flipH="1">
            <a:off x="9343662"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 name="Gerader Verbinder 11">
            <a:extLst>
              <a:ext uri="{FF2B5EF4-FFF2-40B4-BE49-F238E27FC236}">
                <a16:creationId xmlns:a16="http://schemas.microsoft.com/office/drawing/2014/main" id="{4AD9BFD0-8B33-C4F2-26EA-F781EC378742}"/>
              </a:ext>
            </a:extLst>
          </p:cNvPr>
          <p:cNvCxnSpPr>
            <a:cxnSpLocks/>
          </p:cNvCxnSpPr>
          <p:nvPr userDrawn="1"/>
        </p:nvCxnSpPr>
        <p:spPr bwMode="gray">
          <a:xfrm flipH="1">
            <a:off x="5830163"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4" name="Gerader Verbinder 13">
            <a:extLst>
              <a:ext uri="{FF2B5EF4-FFF2-40B4-BE49-F238E27FC236}">
                <a16:creationId xmlns:a16="http://schemas.microsoft.com/office/drawing/2014/main" id="{96B9A061-2542-A110-021C-60C378C2E63B}"/>
              </a:ext>
            </a:extLst>
          </p:cNvPr>
          <p:cNvCxnSpPr>
            <a:cxnSpLocks/>
          </p:cNvCxnSpPr>
          <p:nvPr userDrawn="1"/>
        </p:nvCxnSpPr>
        <p:spPr bwMode="gray">
          <a:xfrm flipH="1">
            <a:off x="2316664"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485144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D_Contact_4">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0C3BB7C-B4A7-41A4-8C5A-903570B6070B}"/>
              </a:ext>
            </a:extLst>
          </p:cNvPr>
          <p:cNvSpPr>
            <a:spLocks noGrp="1"/>
          </p:cNvSpPr>
          <p:nvPr>
            <p:ph type="title" hasCustomPrompt="1"/>
          </p:nvPr>
        </p:nvSpPr>
        <p:spPr bwMode="gray"/>
        <p:txBody>
          <a:bodyPr vert="horz"/>
          <a:lstStyle/>
          <a:p>
            <a:r>
              <a:rPr lang="en-US"/>
              <a:t>Click to edit Master title style</a:t>
            </a:r>
          </a:p>
        </p:txBody>
      </p:sp>
      <p:sp>
        <p:nvSpPr>
          <p:cNvPr id="10" name="Footer Placeholder 4">
            <a:extLst>
              <a:ext uri="{FF2B5EF4-FFF2-40B4-BE49-F238E27FC236}">
                <a16:creationId xmlns:a16="http://schemas.microsoft.com/office/drawing/2014/main" id="{A9C53063-1F58-BE27-2E94-7E00DE772613}"/>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a:t>© 2023 NTT DATA Business Solutions</a:t>
            </a:r>
          </a:p>
        </p:txBody>
      </p:sp>
      <p:sp>
        <p:nvSpPr>
          <p:cNvPr id="11" name="Slide Number Placeholder 5">
            <a:extLst>
              <a:ext uri="{FF2B5EF4-FFF2-40B4-BE49-F238E27FC236}">
                <a16:creationId xmlns:a16="http://schemas.microsoft.com/office/drawing/2014/main" id="{AF1EE05E-1EF3-FA88-09CC-87DB6B58184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a:p>
        </p:txBody>
      </p:sp>
      <p:sp>
        <p:nvSpPr>
          <p:cNvPr id="3" name="Bild">
            <a:extLst>
              <a:ext uri="{FF2B5EF4-FFF2-40B4-BE49-F238E27FC236}">
                <a16:creationId xmlns:a16="http://schemas.microsoft.com/office/drawing/2014/main" id="{2A5B58F7-6571-4DC4-52C5-89B52F0B8122}"/>
              </a:ext>
            </a:extLst>
          </p:cNvPr>
          <p:cNvSpPr>
            <a:spLocks noGrp="1"/>
          </p:cNvSpPr>
          <p:nvPr>
            <p:ph type="pic" sz="quarter" idx="18"/>
          </p:nvPr>
        </p:nvSpPr>
        <p:spPr bwMode="gray">
          <a:xfrm>
            <a:off x="849755" y="1719468"/>
            <a:ext cx="2158392" cy="2158204"/>
          </a:xfrm>
          <a:prstGeom prst="ellipse">
            <a:avLst/>
          </a:prstGeom>
          <a:solidFill>
            <a:schemeClr val="accent6"/>
          </a:solidFill>
        </p:spPr>
        <p:txBody>
          <a:bodyPr lIns="144000" tIns="144000" rIns="144000" bIns="144000"/>
          <a:lstStyle>
            <a:lvl1pPr marL="0" indent="0">
              <a:buNone/>
              <a:defRPr sz="1400"/>
            </a:lvl1pPr>
          </a:lstStyle>
          <a:p>
            <a:r>
              <a:rPr lang="de-DE" noProof="0"/>
              <a:t>Bild</a:t>
            </a:r>
          </a:p>
        </p:txBody>
      </p:sp>
      <p:sp>
        <p:nvSpPr>
          <p:cNvPr id="14" name="Textplatzhalter 19">
            <a:extLst>
              <a:ext uri="{FF2B5EF4-FFF2-40B4-BE49-F238E27FC236}">
                <a16:creationId xmlns:a16="http://schemas.microsoft.com/office/drawing/2014/main" id="{1BC2DEA3-6146-E2B7-B8EF-0A098B405B6F}"/>
              </a:ext>
            </a:extLst>
          </p:cNvPr>
          <p:cNvSpPr>
            <a:spLocks noGrp="1"/>
          </p:cNvSpPr>
          <p:nvPr>
            <p:ph type="body" sz="quarter" idx="20" hasCustomPrompt="1"/>
          </p:nvPr>
        </p:nvSpPr>
        <p:spPr bwMode="gray">
          <a:xfrm>
            <a:off x="673377" y="4463802"/>
            <a:ext cx="2511148" cy="199671"/>
          </a:xfrm>
        </p:spPr>
        <p:txBody>
          <a:bodyPr/>
          <a:lstStyle>
            <a:lvl1pPr marL="0" indent="0" algn="ctr">
              <a:buNone/>
              <a:defRPr sz="1600">
                <a:solidFill>
                  <a:schemeClr val="bg1"/>
                </a:solidFill>
              </a:defRPr>
            </a:lvl1pPr>
          </a:lstStyle>
          <a:p>
            <a:pPr lvl="0"/>
            <a:r>
              <a:rPr lang="de-DE"/>
              <a:t>Position</a:t>
            </a:r>
          </a:p>
        </p:txBody>
      </p:sp>
      <p:sp>
        <p:nvSpPr>
          <p:cNvPr id="15" name="Textplatzhalter 19">
            <a:extLst>
              <a:ext uri="{FF2B5EF4-FFF2-40B4-BE49-F238E27FC236}">
                <a16:creationId xmlns:a16="http://schemas.microsoft.com/office/drawing/2014/main" id="{B8E80BF5-8647-E0C4-2C30-BE556DB9B8A2}"/>
              </a:ext>
            </a:extLst>
          </p:cNvPr>
          <p:cNvSpPr>
            <a:spLocks noGrp="1"/>
          </p:cNvSpPr>
          <p:nvPr>
            <p:ph type="body" sz="quarter" idx="24" hasCustomPrompt="1"/>
          </p:nvPr>
        </p:nvSpPr>
        <p:spPr bwMode="gray">
          <a:xfrm>
            <a:off x="673377" y="4686846"/>
            <a:ext cx="2511148" cy="199671"/>
          </a:xfrm>
        </p:spPr>
        <p:txBody>
          <a:bodyPr/>
          <a:lstStyle>
            <a:lvl1pPr marL="0" indent="0" algn="ctr">
              <a:buNone/>
              <a:defRPr sz="1600">
                <a:solidFill>
                  <a:schemeClr val="bg1"/>
                </a:solidFill>
              </a:defRPr>
            </a:lvl1pPr>
          </a:lstStyle>
          <a:p>
            <a:pPr lvl="0"/>
            <a:r>
              <a:rPr lang="de-DE" err="1"/>
              <a:t>Section</a:t>
            </a:r>
            <a:endParaRPr lang="de-DE"/>
          </a:p>
        </p:txBody>
      </p:sp>
      <p:sp>
        <p:nvSpPr>
          <p:cNvPr id="16" name="Textplatzhalter 19">
            <a:extLst>
              <a:ext uri="{FF2B5EF4-FFF2-40B4-BE49-F238E27FC236}">
                <a16:creationId xmlns:a16="http://schemas.microsoft.com/office/drawing/2014/main" id="{358C96F8-4CBF-4103-655D-C3EEC238DEE1}"/>
              </a:ext>
            </a:extLst>
          </p:cNvPr>
          <p:cNvSpPr>
            <a:spLocks noGrp="1"/>
          </p:cNvSpPr>
          <p:nvPr>
            <p:ph type="body" sz="quarter" idx="25" hasCustomPrompt="1"/>
          </p:nvPr>
        </p:nvSpPr>
        <p:spPr bwMode="gray">
          <a:xfrm>
            <a:off x="673377" y="4156615"/>
            <a:ext cx="2511148" cy="286915"/>
          </a:xfrm>
        </p:spPr>
        <p:txBody>
          <a:bodyPr/>
          <a:lstStyle>
            <a:lvl1pPr marL="0" indent="0" algn="ctr">
              <a:buNone/>
              <a:defRPr sz="2000" b="1">
                <a:solidFill>
                  <a:schemeClr val="accent1"/>
                </a:solidFill>
                <a:latin typeface="+mn-lt"/>
              </a:defRPr>
            </a:lvl1pPr>
          </a:lstStyle>
          <a:p>
            <a:pPr lvl="0"/>
            <a:r>
              <a:rPr lang="de-DE"/>
              <a:t>John </a:t>
            </a:r>
            <a:r>
              <a:rPr lang="de-DE" err="1"/>
              <a:t>Doe</a:t>
            </a:r>
            <a:endParaRPr lang="de-DE"/>
          </a:p>
        </p:txBody>
      </p:sp>
      <p:sp>
        <p:nvSpPr>
          <p:cNvPr id="17" name="Textplatzhalter 19">
            <a:extLst>
              <a:ext uri="{FF2B5EF4-FFF2-40B4-BE49-F238E27FC236}">
                <a16:creationId xmlns:a16="http://schemas.microsoft.com/office/drawing/2014/main" id="{9FB3B7BA-84AB-767A-6945-047A5BC05E76}"/>
              </a:ext>
            </a:extLst>
          </p:cNvPr>
          <p:cNvSpPr>
            <a:spLocks noGrp="1"/>
          </p:cNvSpPr>
          <p:nvPr>
            <p:ph type="body" sz="quarter" idx="26" hasCustomPrompt="1"/>
          </p:nvPr>
        </p:nvSpPr>
        <p:spPr bwMode="gray">
          <a:xfrm>
            <a:off x="673377" y="5401450"/>
            <a:ext cx="2511148" cy="145909"/>
          </a:xfrm>
        </p:spPr>
        <p:txBody>
          <a:bodyPr/>
          <a:lstStyle>
            <a:lvl1pPr marL="0" indent="0" algn="ctr">
              <a:buNone/>
              <a:defRPr sz="1200">
                <a:solidFill>
                  <a:schemeClr val="bg1"/>
                </a:solidFill>
              </a:defRPr>
            </a:lvl1pPr>
          </a:lstStyle>
          <a:p>
            <a:pPr lvl="0"/>
            <a:r>
              <a:rPr lang="de-DE"/>
              <a:t>Web</a:t>
            </a:r>
          </a:p>
        </p:txBody>
      </p:sp>
      <p:sp>
        <p:nvSpPr>
          <p:cNvPr id="18" name="Textplatzhalter 19">
            <a:extLst>
              <a:ext uri="{FF2B5EF4-FFF2-40B4-BE49-F238E27FC236}">
                <a16:creationId xmlns:a16="http://schemas.microsoft.com/office/drawing/2014/main" id="{5B477043-CC96-8DC5-1C2C-C3700FC5F86F}"/>
              </a:ext>
            </a:extLst>
          </p:cNvPr>
          <p:cNvSpPr>
            <a:spLocks noGrp="1"/>
          </p:cNvSpPr>
          <p:nvPr>
            <p:ph type="body" sz="quarter" idx="27" hasCustomPrompt="1"/>
          </p:nvPr>
        </p:nvSpPr>
        <p:spPr bwMode="gray">
          <a:xfrm>
            <a:off x="673377" y="5566551"/>
            <a:ext cx="2511148" cy="145909"/>
          </a:xfrm>
        </p:spPr>
        <p:txBody>
          <a:bodyPr/>
          <a:lstStyle>
            <a:lvl1pPr marL="0" indent="0" algn="ctr">
              <a:buNone/>
              <a:defRPr sz="1200">
                <a:solidFill>
                  <a:schemeClr val="bg1"/>
                </a:solidFill>
              </a:defRPr>
            </a:lvl1pPr>
          </a:lstStyle>
          <a:p>
            <a:pPr lvl="0"/>
            <a:r>
              <a:rPr lang="de-DE"/>
              <a:t>E-Mail</a:t>
            </a:r>
          </a:p>
        </p:txBody>
      </p:sp>
      <p:sp>
        <p:nvSpPr>
          <p:cNvPr id="19" name="Textplatzhalter 19">
            <a:extLst>
              <a:ext uri="{FF2B5EF4-FFF2-40B4-BE49-F238E27FC236}">
                <a16:creationId xmlns:a16="http://schemas.microsoft.com/office/drawing/2014/main" id="{14E53D44-2EB1-DE97-3776-CB86868FFB3C}"/>
              </a:ext>
            </a:extLst>
          </p:cNvPr>
          <p:cNvSpPr>
            <a:spLocks noGrp="1"/>
          </p:cNvSpPr>
          <p:nvPr>
            <p:ph type="body" sz="quarter" idx="28" hasCustomPrompt="1"/>
          </p:nvPr>
        </p:nvSpPr>
        <p:spPr bwMode="gray">
          <a:xfrm>
            <a:off x="673377" y="5731651"/>
            <a:ext cx="2511148" cy="145909"/>
          </a:xfrm>
        </p:spPr>
        <p:txBody>
          <a:bodyPr/>
          <a:lstStyle>
            <a:lvl1pPr marL="0" indent="0" algn="ctr">
              <a:buNone/>
              <a:defRPr sz="1200">
                <a:solidFill>
                  <a:schemeClr val="bg1"/>
                </a:solidFill>
              </a:defRPr>
            </a:lvl1pPr>
          </a:lstStyle>
          <a:p>
            <a:pPr lvl="0"/>
            <a:r>
              <a:rPr lang="de-DE"/>
              <a:t>Phone</a:t>
            </a:r>
          </a:p>
        </p:txBody>
      </p:sp>
      <p:sp>
        <p:nvSpPr>
          <p:cNvPr id="20" name="Bild">
            <a:extLst>
              <a:ext uri="{FF2B5EF4-FFF2-40B4-BE49-F238E27FC236}">
                <a16:creationId xmlns:a16="http://schemas.microsoft.com/office/drawing/2014/main" id="{679554FC-C9C0-481C-A95E-C08D8D61BD9D}"/>
              </a:ext>
            </a:extLst>
          </p:cNvPr>
          <p:cNvSpPr>
            <a:spLocks noGrp="1"/>
          </p:cNvSpPr>
          <p:nvPr>
            <p:ph type="pic" sz="quarter" idx="29"/>
          </p:nvPr>
        </p:nvSpPr>
        <p:spPr bwMode="gray">
          <a:xfrm>
            <a:off x="6405279" y="1719468"/>
            <a:ext cx="2158392" cy="2158204"/>
          </a:xfrm>
          <a:prstGeom prst="ellipse">
            <a:avLst/>
          </a:prstGeom>
          <a:solidFill>
            <a:schemeClr val="accent6"/>
          </a:solidFill>
        </p:spPr>
        <p:txBody>
          <a:bodyPr lIns="144000" tIns="144000" rIns="144000" bIns="144000"/>
          <a:lstStyle>
            <a:lvl1pPr marL="0" indent="0">
              <a:buNone/>
              <a:defRPr sz="1100"/>
            </a:lvl1pPr>
          </a:lstStyle>
          <a:p>
            <a:r>
              <a:rPr lang="de-DE" noProof="0"/>
              <a:t>Bild</a:t>
            </a:r>
          </a:p>
        </p:txBody>
      </p:sp>
      <p:sp>
        <p:nvSpPr>
          <p:cNvPr id="21" name="Bild">
            <a:extLst>
              <a:ext uri="{FF2B5EF4-FFF2-40B4-BE49-F238E27FC236}">
                <a16:creationId xmlns:a16="http://schemas.microsoft.com/office/drawing/2014/main" id="{E5FC9244-6206-AE10-AE4D-CEABAC3D8DE5}"/>
              </a:ext>
            </a:extLst>
          </p:cNvPr>
          <p:cNvSpPr>
            <a:spLocks noGrp="1"/>
          </p:cNvSpPr>
          <p:nvPr>
            <p:ph type="pic" sz="quarter" idx="36"/>
          </p:nvPr>
        </p:nvSpPr>
        <p:spPr bwMode="gray">
          <a:xfrm>
            <a:off x="3627517" y="1719468"/>
            <a:ext cx="2158392" cy="2158204"/>
          </a:xfrm>
          <a:prstGeom prst="ellipse">
            <a:avLst/>
          </a:prstGeom>
          <a:solidFill>
            <a:schemeClr val="accent6"/>
          </a:solidFill>
        </p:spPr>
        <p:txBody>
          <a:bodyPr lIns="144000" tIns="144000" rIns="144000" bIns="144000"/>
          <a:lstStyle>
            <a:lvl1pPr marL="0" indent="0">
              <a:buNone/>
              <a:defRPr sz="1400"/>
            </a:lvl1pPr>
          </a:lstStyle>
          <a:p>
            <a:r>
              <a:rPr lang="de-DE" noProof="0"/>
              <a:t>Bild</a:t>
            </a:r>
          </a:p>
        </p:txBody>
      </p:sp>
      <p:sp>
        <p:nvSpPr>
          <p:cNvPr id="22" name="Bild">
            <a:extLst>
              <a:ext uri="{FF2B5EF4-FFF2-40B4-BE49-F238E27FC236}">
                <a16:creationId xmlns:a16="http://schemas.microsoft.com/office/drawing/2014/main" id="{43603E40-2CF2-F812-F348-AD05E8CED302}"/>
              </a:ext>
            </a:extLst>
          </p:cNvPr>
          <p:cNvSpPr>
            <a:spLocks noGrp="1"/>
          </p:cNvSpPr>
          <p:nvPr>
            <p:ph type="pic" sz="quarter" idx="37"/>
          </p:nvPr>
        </p:nvSpPr>
        <p:spPr bwMode="gray">
          <a:xfrm>
            <a:off x="9183040" y="1719468"/>
            <a:ext cx="2158392" cy="2158204"/>
          </a:xfrm>
          <a:prstGeom prst="ellipse">
            <a:avLst/>
          </a:prstGeom>
          <a:solidFill>
            <a:schemeClr val="accent6"/>
          </a:solidFill>
        </p:spPr>
        <p:txBody>
          <a:bodyPr lIns="144000" tIns="144000" rIns="144000" bIns="144000"/>
          <a:lstStyle>
            <a:lvl1pPr marL="0" indent="0">
              <a:buNone/>
              <a:defRPr sz="1100"/>
            </a:lvl1pPr>
          </a:lstStyle>
          <a:p>
            <a:r>
              <a:rPr lang="de-DE" noProof="0"/>
              <a:t>Bild</a:t>
            </a:r>
          </a:p>
        </p:txBody>
      </p:sp>
      <p:sp>
        <p:nvSpPr>
          <p:cNvPr id="23" name="Textplatzhalter 19">
            <a:extLst>
              <a:ext uri="{FF2B5EF4-FFF2-40B4-BE49-F238E27FC236}">
                <a16:creationId xmlns:a16="http://schemas.microsoft.com/office/drawing/2014/main" id="{6A54E0CE-F3C1-3C72-6B0B-2E3525AE191B}"/>
              </a:ext>
            </a:extLst>
          </p:cNvPr>
          <p:cNvSpPr>
            <a:spLocks noGrp="1"/>
          </p:cNvSpPr>
          <p:nvPr>
            <p:ph type="body" sz="quarter" idx="38" hasCustomPrompt="1"/>
          </p:nvPr>
        </p:nvSpPr>
        <p:spPr bwMode="gray">
          <a:xfrm>
            <a:off x="3451139" y="4463802"/>
            <a:ext cx="2511148" cy="199671"/>
          </a:xfrm>
        </p:spPr>
        <p:txBody>
          <a:bodyPr/>
          <a:lstStyle>
            <a:lvl1pPr marL="0" indent="0" algn="ctr">
              <a:buNone/>
              <a:defRPr sz="1600">
                <a:solidFill>
                  <a:schemeClr val="bg1"/>
                </a:solidFill>
              </a:defRPr>
            </a:lvl1pPr>
          </a:lstStyle>
          <a:p>
            <a:pPr lvl="0"/>
            <a:r>
              <a:rPr lang="de-DE"/>
              <a:t>Position</a:t>
            </a:r>
          </a:p>
        </p:txBody>
      </p:sp>
      <p:sp>
        <p:nvSpPr>
          <p:cNvPr id="24" name="Textplatzhalter 19">
            <a:extLst>
              <a:ext uri="{FF2B5EF4-FFF2-40B4-BE49-F238E27FC236}">
                <a16:creationId xmlns:a16="http://schemas.microsoft.com/office/drawing/2014/main" id="{91E2F9BC-0D27-4B03-A91F-BA3418D3F143}"/>
              </a:ext>
            </a:extLst>
          </p:cNvPr>
          <p:cNvSpPr>
            <a:spLocks noGrp="1"/>
          </p:cNvSpPr>
          <p:nvPr>
            <p:ph type="body" sz="quarter" idx="39" hasCustomPrompt="1"/>
          </p:nvPr>
        </p:nvSpPr>
        <p:spPr bwMode="gray">
          <a:xfrm>
            <a:off x="3451139" y="4686846"/>
            <a:ext cx="2511148" cy="199671"/>
          </a:xfrm>
        </p:spPr>
        <p:txBody>
          <a:bodyPr/>
          <a:lstStyle>
            <a:lvl1pPr marL="0" indent="0" algn="ctr">
              <a:buNone/>
              <a:defRPr sz="1600">
                <a:solidFill>
                  <a:schemeClr val="bg1"/>
                </a:solidFill>
              </a:defRPr>
            </a:lvl1pPr>
          </a:lstStyle>
          <a:p>
            <a:pPr lvl="0"/>
            <a:r>
              <a:rPr lang="de-DE" err="1"/>
              <a:t>Section</a:t>
            </a:r>
            <a:endParaRPr lang="de-DE"/>
          </a:p>
        </p:txBody>
      </p:sp>
      <p:sp>
        <p:nvSpPr>
          <p:cNvPr id="25" name="Textplatzhalter 19">
            <a:extLst>
              <a:ext uri="{FF2B5EF4-FFF2-40B4-BE49-F238E27FC236}">
                <a16:creationId xmlns:a16="http://schemas.microsoft.com/office/drawing/2014/main" id="{B19C57C2-CEFF-904C-F57F-98CB3CB83ED6}"/>
              </a:ext>
            </a:extLst>
          </p:cNvPr>
          <p:cNvSpPr>
            <a:spLocks noGrp="1"/>
          </p:cNvSpPr>
          <p:nvPr>
            <p:ph type="body" sz="quarter" idx="40" hasCustomPrompt="1"/>
          </p:nvPr>
        </p:nvSpPr>
        <p:spPr bwMode="gray">
          <a:xfrm>
            <a:off x="3451139" y="4156615"/>
            <a:ext cx="2511148" cy="286915"/>
          </a:xfrm>
        </p:spPr>
        <p:txBody>
          <a:bodyPr/>
          <a:lstStyle>
            <a:lvl1pPr marL="0" indent="0" algn="ctr">
              <a:buNone/>
              <a:defRPr sz="2000" b="1">
                <a:solidFill>
                  <a:schemeClr val="accent1"/>
                </a:solidFill>
                <a:latin typeface="+mn-lt"/>
              </a:defRPr>
            </a:lvl1pPr>
          </a:lstStyle>
          <a:p>
            <a:pPr lvl="0"/>
            <a:r>
              <a:rPr lang="de-DE"/>
              <a:t>John </a:t>
            </a:r>
            <a:r>
              <a:rPr lang="de-DE" err="1"/>
              <a:t>Doe</a:t>
            </a:r>
            <a:endParaRPr lang="de-DE"/>
          </a:p>
        </p:txBody>
      </p:sp>
      <p:sp>
        <p:nvSpPr>
          <p:cNvPr id="26" name="Textplatzhalter 19">
            <a:extLst>
              <a:ext uri="{FF2B5EF4-FFF2-40B4-BE49-F238E27FC236}">
                <a16:creationId xmlns:a16="http://schemas.microsoft.com/office/drawing/2014/main" id="{D4A631FC-276C-6317-C57C-DBF382524413}"/>
              </a:ext>
            </a:extLst>
          </p:cNvPr>
          <p:cNvSpPr>
            <a:spLocks noGrp="1"/>
          </p:cNvSpPr>
          <p:nvPr>
            <p:ph type="body" sz="quarter" idx="41" hasCustomPrompt="1"/>
          </p:nvPr>
        </p:nvSpPr>
        <p:spPr bwMode="gray">
          <a:xfrm>
            <a:off x="3451139" y="5401450"/>
            <a:ext cx="2511148" cy="145909"/>
          </a:xfrm>
        </p:spPr>
        <p:txBody>
          <a:bodyPr/>
          <a:lstStyle>
            <a:lvl1pPr marL="0" indent="0" algn="ctr">
              <a:buNone/>
              <a:defRPr sz="1200">
                <a:solidFill>
                  <a:schemeClr val="bg1"/>
                </a:solidFill>
              </a:defRPr>
            </a:lvl1pPr>
          </a:lstStyle>
          <a:p>
            <a:pPr lvl="0"/>
            <a:r>
              <a:rPr lang="de-DE"/>
              <a:t>Web</a:t>
            </a:r>
          </a:p>
        </p:txBody>
      </p:sp>
      <p:sp>
        <p:nvSpPr>
          <p:cNvPr id="41" name="Textplatzhalter 19">
            <a:extLst>
              <a:ext uri="{FF2B5EF4-FFF2-40B4-BE49-F238E27FC236}">
                <a16:creationId xmlns:a16="http://schemas.microsoft.com/office/drawing/2014/main" id="{5C5A3CF2-D46D-F6E8-1B26-D5561C1E7AD7}"/>
              </a:ext>
            </a:extLst>
          </p:cNvPr>
          <p:cNvSpPr>
            <a:spLocks noGrp="1"/>
          </p:cNvSpPr>
          <p:nvPr>
            <p:ph type="body" sz="quarter" idx="42" hasCustomPrompt="1"/>
          </p:nvPr>
        </p:nvSpPr>
        <p:spPr bwMode="gray">
          <a:xfrm>
            <a:off x="3451139" y="5566551"/>
            <a:ext cx="2511148" cy="145909"/>
          </a:xfrm>
        </p:spPr>
        <p:txBody>
          <a:bodyPr/>
          <a:lstStyle>
            <a:lvl1pPr marL="0" indent="0" algn="ctr">
              <a:buNone/>
              <a:defRPr sz="1200">
                <a:solidFill>
                  <a:schemeClr val="bg1"/>
                </a:solidFill>
              </a:defRPr>
            </a:lvl1pPr>
          </a:lstStyle>
          <a:p>
            <a:pPr lvl="0"/>
            <a:r>
              <a:rPr lang="de-DE"/>
              <a:t>E-Mail</a:t>
            </a:r>
          </a:p>
        </p:txBody>
      </p:sp>
      <p:sp>
        <p:nvSpPr>
          <p:cNvPr id="42" name="Textplatzhalter 19">
            <a:extLst>
              <a:ext uri="{FF2B5EF4-FFF2-40B4-BE49-F238E27FC236}">
                <a16:creationId xmlns:a16="http://schemas.microsoft.com/office/drawing/2014/main" id="{67F71007-B96D-0098-ECE9-140939362478}"/>
              </a:ext>
            </a:extLst>
          </p:cNvPr>
          <p:cNvSpPr>
            <a:spLocks noGrp="1"/>
          </p:cNvSpPr>
          <p:nvPr>
            <p:ph type="body" sz="quarter" idx="43" hasCustomPrompt="1"/>
          </p:nvPr>
        </p:nvSpPr>
        <p:spPr bwMode="gray">
          <a:xfrm>
            <a:off x="3451139" y="5731651"/>
            <a:ext cx="2511148" cy="145909"/>
          </a:xfrm>
        </p:spPr>
        <p:txBody>
          <a:bodyPr/>
          <a:lstStyle>
            <a:lvl1pPr marL="0" indent="0" algn="ctr">
              <a:buNone/>
              <a:defRPr sz="1200">
                <a:solidFill>
                  <a:schemeClr val="bg1"/>
                </a:solidFill>
              </a:defRPr>
            </a:lvl1pPr>
          </a:lstStyle>
          <a:p>
            <a:pPr lvl="0"/>
            <a:r>
              <a:rPr lang="de-DE"/>
              <a:t>Phone</a:t>
            </a:r>
          </a:p>
        </p:txBody>
      </p:sp>
      <p:sp>
        <p:nvSpPr>
          <p:cNvPr id="43" name="Textplatzhalter 19">
            <a:extLst>
              <a:ext uri="{FF2B5EF4-FFF2-40B4-BE49-F238E27FC236}">
                <a16:creationId xmlns:a16="http://schemas.microsoft.com/office/drawing/2014/main" id="{0E48DE33-97F5-F8DA-6613-F0B97BE8F4B6}"/>
              </a:ext>
            </a:extLst>
          </p:cNvPr>
          <p:cNvSpPr>
            <a:spLocks noGrp="1"/>
          </p:cNvSpPr>
          <p:nvPr>
            <p:ph type="body" sz="quarter" idx="44" hasCustomPrompt="1"/>
          </p:nvPr>
        </p:nvSpPr>
        <p:spPr bwMode="gray">
          <a:xfrm>
            <a:off x="6228901" y="4463802"/>
            <a:ext cx="2511148" cy="199671"/>
          </a:xfrm>
        </p:spPr>
        <p:txBody>
          <a:bodyPr/>
          <a:lstStyle>
            <a:lvl1pPr marL="0" indent="0" algn="ctr">
              <a:buNone/>
              <a:defRPr sz="1600">
                <a:solidFill>
                  <a:schemeClr val="bg1"/>
                </a:solidFill>
              </a:defRPr>
            </a:lvl1pPr>
          </a:lstStyle>
          <a:p>
            <a:pPr lvl="0"/>
            <a:r>
              <a:rPr lang="de-DE"/>
              <a:t>Position</a:t>
            </a:r>
          </a:p>
        </p:txBody>
      </p:sp>
      <p:sp>
        <p:nvSpPr>
          <p:cNvPr id="44" name="Textplatzhalter 19">
            <a:extLst>
              <a:ext uri="{FF2B5EF4-FFF2-40B4-BE49-F238E27FC236}">
                <a16:creationId xmlns:a16="http://schemas.microsoft.com/office/drawing/2014/main" id="{8845C0FD-9FB9-7487-76A8-6BE7FD80151C}"/>
              </a:ext>
            </a:extLst>
          </p:cNvPr>
          <p:cNvSpPr>
            <a:spLocks noGrp="1"/>
          </p:cNvSpPr>
          <p:nvPr>
            <p:ph type="body" sz="quarter" idx="45" hasCustomPrompt="1"/>
          </p:nvPr>
        </p:nvSpPr>
        <p:spPr bwMode="gray">
          <a:xfrm>
            <a:off x="6228901" y="4686846"/>
            <a:ext cx="2511148" cy="199671"/>
          </a:xfrm>
        </p:spPr>
        <p:txBody>
          <a:bodyPr/>
          <a:lstStyle>
            <a:lvl1pPr marL="0" indent="0" algn="ctr">
              <a:buNone/>
              <a:defRPr sz="1600">
                <a:solidFill>
                  <a:schemeClr val="bg1"/>
                </a:solidFill>
              </a:defRPr>
            </a:lvl1pPr>
          </a:lstStyle>
          <a:p>
            <a:pPr lvl="0"/>
            <a:r>
              <a:rPr lang="de-DE" err="1"/>
              <a:t>Section</a:t>
            </a:r>
            <a:endParaRPr lang="de-DE"/>
          </a:p>
        </p:txBody>
      </p:sp>
      <p:sp>
        <p:nvSpPr>
          <p:cNvPr id="45" name="Textplatzhalter 19">
            <a:extLst>
              <a:ext uri="{FF2B5EF4-FFF2-40B4-BE49-F238E27FC236}">
                <a16:creationId xmlns:a16="http://schemas.microsoft.com/office/drawing/2014/main" id="{6AA843EA-66C9-C7F9-45EC-A18E7D27C2A1}"/>
              </a:ext>
            </a:extLst>
          </p:cNvPr>
          <p:cNvSpPr>
            <a:spLocks noGrp="1"/>
          </p:cNvSpPr>
          <p:nvPr>
            <p:ph type="body" sz="quarter" idx="46" hasCustomPrompt="1"/>
          </p:nvPr>
        </p:nvSpPr>
        <p:spPr bwMode="gray">
          <a:xfrm>
            <a:off x="6228901" y="4156615"/>
            <a:ext cx="2511148" cy="286915"/>
          </a:xfrm>
        </p:spPr>
        <p:txBody>
          <a:bodyPr/>
          <a:lstStyle>
            <a:lvl1pPr marL="0" indent="0" algn="ctr">
              <a:buNone/>
              <a:defRPr sz="2000" b="1">
                <a:solidFill>
                  <a:schemeClr val="accent1"/>
                </a:solidFill>
                <a:latin typeface="+mn-lt"/>
              </a:defRPr>
            </a:lvl1pPr>
          </a:lstStyle>
          <a:p>
            <a:pPr lvl="0"/>
            <a:r>
              <a:rPr lang="de-DE"/>
              <a:t>John </a:t>
            </a:r>
            <a:r>
              <a:rPr lang="de-DE" err="1"/>
              <a:t>Doe</a:t>
            </a:r>
            <a:endParaRPr lang="de-DE"/>
          </a:p>
        </p:txBody>
      </p:sp>
      <p:sp>
        <p:nvSpPr>
          <p:cNvPr id="46" name="Textplatzhalter 19">
            <a:extLst>
              <a:ext uri="{FF2B5EF4-FFF2-40B4-BE49-F238E27FC236}">
                <a16:creationId xmlns:a16="http://schemas.microsoft.com/office/drawing/2014/main" id="{2FB8C341-EEED-B1B1-4144-6806EC67046F}"/>
              </a:ext>
            </a:extLst>
          </p:cNvPr>
          <p:cNvSpPr>
            <a:spLocks noGrp="1"/>
          </p:cNvSpPr>
          <p:nvPr>
            <p:ph type="body" sz="quarter" idx="47" hasCustomPrompt="1"/>
          </p:nvPr>
        </p:nvSpPr>
        <p:spPr bwMode="gray">
          <a:xfrm>
            <a:off x="6228901" y="5401450"/>
            <a:ext cx="2511148" cy="145909"/>
          </a:xfrm>
        </p:spPr>
        <p:txBody>
          <a:bodyPr/>
          <a:lstStyle>
            <a:lvl1pPr marL="0" indent="0" algn="ctr">
              <a:buNone/>
              <a:defRPr sz="1200">
                <a:solidFill>
                  <a:schemeClr val="bg1"/>
                </a:solidFill>
              </a:defRPr>
            </a:lvl1pPr>
          </a:lstStyle>
          <a:p>
            <a:pPr lvl="0"/>
            <a:r>
              <a:rPr lang="de-DE"/>
              <a:t>Web</a:t>
            </a:r>
          </a:p>
        </p:txBody>
      </p:sp>
      <p:sp>
        <p:nvSpPr>
          <p:cNvPr id="47" name="Textplatzhalter 19">
            <a:extLst>
              <a:ext uri="{FF2B5EF4-FFF2-40B4-BE49-F238E27FC236}">
                <a16:creationId xmlns:a16="http://schemas.microsoft.com/office/drawing/2014/main" id="{47AF57AA-E604-29E8-C184-EAC74301823B}"/>
              </a:ext>
            </a:extLst>
          </p:cNvPr>
          <p:cNvSpPr>
            <a:spLocks noGrp="1"/>
          </p:cNvSpPr>
          <p:nvPr>
            <p:ph type="body" sz="quarter" idx="48" hasCustomPrompt="1"/>
          </p:nvPr>
        </p:nvSpPr>
        <p:spPr bwMode="gray">
          <a:xfrm>
            <a:off x="6228901" y="5566551"/>
            <a:ext cx="2511148" cy="145909"/>
          </a:xfrm>
        </p:spPr>
        <p:txBody>
          <a:bodyPr/>
          <a:lstStyle>
            <a:lvl1pPr marL="0" indent="0" algn="ctr">
              <a:buNone/>
              <a:defRPr sz="1200">
                <a:solidFill>
                  <a:schemeClr val="bg1"/>
                </a:solidFill>
              </a:defRPr>
            </a:lvl1pPr>
          </a:lstStyle>
          <a:p>
            <a:pPr lvl="0"/>
            <a:r>
              <a:rPr lang="de-DE"/>
              <a:t>E-Mail</a:t>
            </a:r>
          </a:p>
        </p:txBody>
      </p:sp>
      <p:sp>
        <p:nvSpPr>
          <p:cNvPr id="48" name="Textplatzhalter 19">
            <a:extLst>
              <a:ext uri="{FF2B5EF4-FFF2-40B4-BE49-F238E27FC236}">
                <a16:creationId xmlns:a16="http://schemas.microsoft.com/office/drawing/2014/main" id="{CF9B4E59-0310-6D96-2553-D144860A5CE5}"/>
              </a:ext>
            </a:extLst>
          </p:cNvPr>
          <p:cNvSpPr>
            <a:spLocks noGrp="1"/>
          </p:cNvSpPr>
          <p:nvPr>
            <p:ph type="body" sz="quarter" idx="49" hasCustomPrompt="1"/>
          </p:nvPr>
        </p:nvSpPr>
        <p:spPr bwMode="gray">
          <a:xfrm>
            <a:off x="6228901" y="5731651"/>
            <a:ext cx="2511148" cy="145909"/>
          </a:xfrm>
        </p:spPr>
        <p:txBody>
          <a:bodyPr/>
          <a:lstStyle>
            <a:lvl1pPr marL="0" indent="0" algn="ctr">
              <a:buNone/>
              <a:defRPr sz="1200">
                <a:solidFill>
                  <a:schemeClr val="bg1"/>
                </a:solidFill>
              </a:defRPr>
            </a:lvl1pPr>
          </a:lstStyle>
          <a:p>
            <a:pPr lvl="0"/>
            <a:r>
              <a:rPr lang="de-DE"/>
              <a:t>Phone</a:t>
            </a:r>
          </a:p>
        </p:txBody>
      </p:sp>
      <p:sp>
        <p:nvSpPr>
          <p:cNvPr id="49" name="Textplatzhalter 19">
            <a:extLst>
              <a:ext uri="{FF2B5EF4-FFF2-40B4-BE49-F238E27FC236}">
                <a16:creationId xmlns:a16="http://schemas.microsoft.com/office/drawing/2014/main" id="{CF1502FD-D684-00B7-9E51-E9FE8ADB1B1C}"/>
              </a:ext>
            </a:extLst>
          </p:cNvPr>
          <p:cNvSpPr>
            <a:spLocks noGrp="1"/>
          </p:cNvSpPr>
          <p:nvPr>
            <p:ph type="body" sz="quarter" idx="50" hasCustomPrompt="1"/>
          </p:nvPr>
        </p:nvSpPr>
        <p:spPr bwMode="gray">
          <a:xfrm>
            <a:off x="9006662" y="4463802"/>
            <a:ext cx="2511148" cy="199671"/>
          </a:xfrm>
        </p:spPr>
        <p:txBody>
          <a:bodyPr/>
          <a:lstStyle>
            <a:lvl1pPr marL="0" indent="0" algn="ctr">
              <a:buNone/>
              <a:defRPr sz="1600">
                <a:solidFill>
                  <a:schemeClr val="bg1"/>
                </a:solidFill>
              </a:defRPr>
            </a:lvl1pPr>
          </a:lstStyle>
          <a:p>
            <a:pPr lvl="0"/>
            <a:r>
              <a:rPr lang="de-DE"/>
              <a:t>Position</a:t>
            </a:r>
          </a:p>
        </p:txBody>
      </p:sp>
      <p:sp>
        <p:nvSpPr>
          <p:cNvPr id="50" name="Textplatzhalter 19">
            <a:extLst>
              <a:ext uri="{FF2B5EF4-FFF2-40B4-BE49-F238E27FC236}">
                <a16:creationId xmlns:a16="http://schemas.microsoft.com/office/drawing/2014/main" id="{1596965F-0530-28D7-8AF3-E511601A9C23}"/>
              </a:ext>
            </a:extLst>
          </p:cNvPr>
          <p:cNvSpPr>
            <a:spLocks noGrp="1"/>
          </p:cNvSpPr>
          <p:nvPr>
            <p:ph type="body" sz="quarter" idx="51" hasCustomPrompt="1"/>
          </p:nvPr>
        </p:nvSpPr>
        <p:spPr bwMode="gray">
          <a:xfrm>
            <a:off x="9006662" y="4686846"/>
            <a:ext cx="2511148" cy="199671"/>
          </a:xfrm>
        </p:spPr>
        <p:txBody>
          <a:bodyPr/>
          <a:lstStyle>
            <a:lvl1pPr marL="0" indent="0" algn="ctr">
              <a:buNone/>
              <a:defRPr sz="1600">
                <a:solidFill>
                  <a:schemeClr val="bg1"/>
                </a:solidFill>
              </a:defRPr>
            </a:lvl1pPr>
          </a:lstStyle>
          <a:p>
            <a:pPr lvl="0"/>
            <a:r>
              <a:rPr lang="de-DE" err="1"/>
              <a:t>Section</a:t>
            </a:r>
            <a:endParaRPr lang="de-DE"/>
          </a:p>
        </p:txBody>
      </p:sp>
      <p:sp>
        <p:nvSpPr>
          <p:cNvPr id="51" name="Textplatzhalter 19">
            <a:extLst>
              <a:ext uri="{FF2B5EF4-FFF2-40B4-BE49-F238E27FC236}">
                <a16:creationId xmlns:a16="http://schemas.microsoft.com/office/drawing/2014/main" id="{1E71F1B8-36E5-A354-55CB-E901006317A1}"/>
              </a:ext>
            </a:extLst>
          </p:cNvPr>
          <p:cNvSpPr>
            <a:spLocks noGrp="1"/>
          </p:cNvSpPr>
          <p:nvPr>
            <p:ph type="body" sz="quarter" idx="52" hasCustomPrompt="1"/>
          </p:nvPr>
        </p:nvSpPr>
        <p:spPr bwMode="gray">
          <a:xfrm>
            <a:off x="9006662" y="4156615"/>
            <a:ext cx="2511148" cy="286915"/>
          </a:xfrm>
        </p:spPr>
        <p:txBody>
          <a:bodyPr/>
          <a:lstStyle>
            <a:lvl1pPr marL="0" indent="0" algn="ctr">
              <a:buNone/>
              <a:defRPr sz="2000" b="1">
                <a:solidFill>
                  <a:schemeClr val="accent1"/>
                </a:solidFill>
                <a:latin typeface="+mn-lt"/>
              </a:defRPr>
            </a:lvl1pPr>
          </a:lstStyle>
          <a:p>
            <a:pPr lvl="0"/>
            <a:r>
              <a:rPr lang="de-DE"/>
              <a:t>John </a:t>
            </a:r>
            <a:r>
              <a:rPr lang="de-DE" err="1"/>
              <a:t>Doe</a:t>
            </a:r>
            <a:endParaRPr lang="de-DE"/>
          </a:p>
        </p:txBody>
      </p:sp>
      <p:sp>
        <p:nvSpPr>
          <p:cNvPr id="52" name="Textplatzhalter 19">
            <a:extLst>
              <a:ext uri="{FF2B5EF4-FFF2-40B4-BE49-F238E27FC236}">
                <a16:creationId xmlns:a16="http://schemas.microsoft.com/office/drawing/2014/main" id="{FE15675C-3EC1-F9A4-94F4-BCE068E0CC3D}"/>
              </a:ext>
            </a:extLst>
          </p:cNvPr>
          <p:cNvSpPr>
            <a:spLocks noGrp="1"/>
          </p:cNvSpPr>
          <p:nvPr>
            <p:ph type="body" sz="quarter" idx="53" hasCustomPrompt="1"/>
          </p:nvPr>
        </p:nvSpPr>
        <p:spPr bwMode="gray">
          <a:xfrm>
            <a:off x="9006662" y="5401450"/>
            <a:ext cx="2511148" cy="145909"/>
          </a:xfrm>
        </p:spPr>
        <p:txBody>
          <a:bodyPr/>
          <a:lstStyle>
            <a:lvl1pPr marL="0" indent="0" algn="ctr">
              <a:buNone/>
              <a:defRPr sz="1200">
                <a:solidFill>
                  <a:schemeClr val="bg1"/>
                </a:solidFill>
              </a:defRPr>
            </a:lvl1pPr>
          </a:lstStyle>
          <a:p>
            <a:pPr lvl="0"/>
            <a:r>
              <a:rPr lang="de-DE"/>
              <a:t>Web</a:t>
            </a:r>
          </a:p>
        </p:txBody>
      </p:sp>
      <p:sp>
        <p:nvSpPr>
          <p:cNvPr id="53" name="Textplatzhalter 19">
            <a:extLst>
              <a:ext uri="{FF2B5EF4-FFF2-40B4-BE49-F238E27FC236}">
                <a16:creationId xmlns:a16="http://schemas.microsoft.com/office/drawing/2014/main" id="{1A7EEACF-9147-9705-A666-5D2C04D784FB}"/>
              </a:ext>
            </a:extLst>
          </p:cNvPr>
          <p:cNvSpPr>
            <a:spLocks noGrp="1"/>
          </p:cNvSpPr>
          <p:nvPr>
            <p:ph type="body" sz="quarter" idx="54" hasCustomPrompt="1"/>
          </p:nvPr>
        </p:nvSpPr>
        <p:spPr bwMode="gray">
          <a:xfrm>
            <a:off x="9006662" y="5566551"/>
            <a:ext cx="2511148" cy="145909"/>
          </a:xfrm>
        </p:spPr>
        <p:txBody>
          <a:bodyPr/>
          <a:lstStyle>
            <a:lvl1pPr marL="0" indent="0" algn="ctr">
              <a:buNone/>
              <a:defRPr sz="1200">
                <a:solidFill>
                  <a:schemeClr val="bg1"/>
                </a:solidFill>
              </a:defRPr>
            </a:lvl1pPr>
          </a:lstStyle>
          <a:p>
            <a:pPr lvl="0"/>
            <a:r>
              <a:rPr lang="de-DE"/>
              <a:t>E-Mail</a:t>
            </a:r>
          </a:p>
        </p:txBody>
      </p:sp>
      <p:sp>
        <p:nvSpPr>
          <p:cNvPr id="54" name="Textplatzhalter 19">
            <a:extLst>
              <a:ext uri="{FF2B5EF4-FFF2-40B4-BE49-F238E27FC236}">
                <a16:creationId xmlns:a16="http://schemas.microsoft.com/office/drawing/2014/main" id="{1DA0D8FD-3459-9438-20CF-47A634A12C7D}"/>
              </a:ext>
            </a:extLst>
          </p:cNvPr>
          <p:cNvSpPr>
            <a:spLocks noGrp="1"/>
          </p:cNvSpPr>
          <p:nvPr>
            <p:ph type="body" sz="quarter" idx="55" hasCustomPrompt="1"/>
          </p:nvPr>
        </p:nvSpPr>
        <p:spPr bwMode="gray">
          <a:xfrm>
            <a:off x="9006662" y="5731651"/>
            <a:ext cx="2511148" cy="145909"/>
          </a:xfrm>
        </p:spPr>
        <p:txBody>
          <a:bodyPr/>
          <a:lstStyle>
            <a:lvl1pPr marL="0" indent="0" algn="ctr">
              <a:buNone/>
              <a:defRPr sz="1200">
                <a:solidFill>
                  <a:schemeClr val="bg1"/>
                </a:solidFill>
              </a:defRPr>
            </a:lvl1pPr>
          </a:lstStyle>
          <a:p>
            <a:pPr lvl="0"/>
            <a:r>
              <a:rPr lang="de-DE"/>
              <a:t>Phone</a:t>
            </a:r>
          </a:p>
        </p:txBody>
      </p:sp>
      <p:cxnSp>
        <p:nvCxnSpPr>
          <p:cNvPr id="2" name="Gerader Verbinder 1">
            <a:extLst>
              <a:ext uri="{FF2B5EF4-FFF2-40B4-BE49-F238E27FC236}">
                <a16:creationId xmlns:a16="http://schemas.microsoft.com/office/drawing/2014/main" id="{F71352BF-4D2F-D352-E8E5-FC8E96936F08}"/>
              </a:ext>
            </a:extLst>
          </p:cNvPr>
          <p:cNvCxnSpPr>
            <a:cxnSpLocks/>
          </p:cNvCxnSpPr>
          <p:nvPr userDrawn="1"/>
        </p:nvCxnSpPr>
        <p:spPr bwMode="gray">
          <a:xfrm flipH="1">
            <a:off x="4441283"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 name="Gerader Verbinder 3">
            <a:extLst>
              <a:ext uri="{FF2B5EF4-FFF2-40B4-BE49-F238E27FC236}">
                <a16:creationId xmlns:a16="http://schemas.microsoft.com/office/drawing/2014/main" id="{BE78E666-91DF-A384-7FF9-6B46FF0AB3B3}"/>
              </a:ext>
            </a:extLst>
          </p:cNvPr>
          <p:cNvCxnSpPr>
            <a:cxnSpLocks/>
          </p:cNvCxnSpPr>
          <p:nvPr userDrawn="1"/>
        </p:nvCxnSpPr>
        <p:spPr bwMode="gray">
          <a:xfrm flipH="1">
            <a:off x="1663521"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 name="Gerader Verbinder 4">
            <a:extLst>
              <a:ext uri="{FF2B5EF4-FFF2-40B4-BE49-F238E27FC236}">
                <a16:creationId xmlns:a16="http://schemas.microsoft.com/office/drawing/2014/main" id="{3F9AE90A-3D19-C42F-D463-9F70B664F524}"/>
              </a:ext>
            </a:extLst>
          </p:cNvPr>
          <p:cNvCxnSpPr>
            <a:cxnSpLocks/>
          </p:cNvCxnSpPr>
          <p:nvPr userDrawn="1"/>
        </p:nvCxnSpPr>
        <p:spPr bwMode="gray">
          <a:xfrm flipH="1">
            <a:off x="7219045"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 name="Gerader Verbinder 6">
            <a:extLst>
              <a:ext uri="{FF2B5EF4-FFF2-40B4-BE49-F238E27FC236}">
                <a16:creationId xmlns:a16="http://schemas.microsoft.com/office/drawing/2014/main" id="{31BB3CEE-CB0F-A50B-C004-4CF41520D8AC}"/>
              </a:ext>
            </a:extLst>
          </p:cNvPr>
          <p:cNvCxnSpPr>
            <a:cxnSpLocks/>
          </p:cNvCxnSpPr>
          <p:nvPr userDrawn="1"/>
        </p:nvCxnSpPr>
        <p:spPr bwMode="gray">
          <a:xfrm flipH="1">
            <a:off x="9996806"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331045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E_Closing Slide White Light">
    <p:spTree>
      <p:nvGrpSpPr>
        <p:cNvPr id="1" name=""/>
        <p:cNvGrpSpPr/>
        <p:nvPr/>
      </p:nvGrpSpPr>
      <p:grpSpPr>
        <a:xfrm>
          <a:off x="0" y="0"/>
          <a:ext cx="0" cy="0"/>
          <a:chOff x="0" y="0"/>
          <a:chExt cx="0" cy="0"/>
        </a:xfrm>
      </p:grpSpPr>
      <p:pic>
        <p:nvPicPr>
          <p:cNvPr id="3" name="NTT DATA Global Logo">
            <a:extLst>
              <a:ext uri="{FF2B5EF4-FFF2-40B4-BE49-F238E27FC236}">
                <a16:creationId xmlns:a16="http://schemas.microsoft.com/office/drawing/2014/main" id="{01F40004-0B55-0534-B49E-3160E9FA2E10}"/>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403287" y="2880000"/>
            <a:ext cx="5385427" cy="1098000"/>
          </a:xfrm>
          <a:prstGeom prst="rect">
            <a:avLst/>
          </a:prstGeom>
        </p:spPr>
      </p:pic>
    </p:spTree>
    <p:extLst>
      <p:ext uri="{BB962C8B-B14F-4D97-AF65-F5344CB8AC3E}">
        <p14:creationId xmlns:p14="http://schemas.microsoft.com/office/powerpoint/2010/main" val="88319693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E_Closing Slide Future Blue with Picture Light">
    <p:bg>
      <p:bgPr>
        <a:solidFill>
          <a:schemeClr val="bg2"/>
        </a:solidFill>
        <a:effectLst/>
      </p:bgPr>
    </p:bg>
    <p:spTree>
      <p:nvGrpSpPr>
        <p:cNvPr id="1" name=""/>
        <p:cNvGrpSpPr/>
        <p:nvPr/>
      </p:nvGrpSpPr>
      <p:grpSpPr>
        <a:xfrm>
          <a:off x="0" y="0"/>
          <a:ext cx="0" cy="0"/>
          <a:chOff x="0" y="0"/>
          <a:chExt cx="0" cy="0"/>
        </a:xfrm>
      </p:grpSpPr>
      <p:sp>
        <p:nvSpPr>
          <p:cNvPr id="2" name="NTT DATA Global Logo" descr="NTT DATA Global Logo">
            <a:extLst>
              <a:ext uri="{FF2B5EF4-FFF2-40B4-BE49-F238E27FC236}">
                <a16:creationId xmlns:a16="http://schemas.microsoft.com/office/drawing/2014/main" id="{98CC4E28-4615-54DE-9A23-19AE8504C324}"/>
              </a:ext>
            </a:extLst>
          </p:cNvPr>
          <p:cNvSpPr>
            <a:spLocks noGrp="1" noChangeAspect="1"/>
          </p:cNvSpPr>
          <p:nvPr>
            <p:ph type="body" sz="quarter" idx="17" hasCustomPrompt="1"/>
          </p:nvPr>
        </p:nvSpPr>
        <p:spPr bwMode="gray">
          <a:xfrm>
            <a:off x="3403200" y="2879266"/>
            <a:ext cx="5385600" cy="1099468"/>
          </a:xfrm>
          <a:prstGeom prst="rect">
            <a:avLst/>
          </a:prstGeom>
          <a:blipFill dpi="0" rotWithShape="1">
            <a:blip r:embed="rId2"/>
            <a:srcRect/>
            <a:stretch>
              <a:fillRect/>
            </a:stretch>
          </a:blipFill>
        </p:spPr>
        <p:txBody>
          <a:bodyPr wrap="none" lIns="0" tIns="0" rIns="0" bIns="0"/>
          <a:lstStyle>
            <a:lvl1pPr>
              <a:defRPr sz="200">
                <a:solidFill>
                  <a:schemeClr val="accent2"/>
                </a:solidFill>
              </a:defRPr>
            </a:lvl1pPr>
            <a:lvl2pPr>
              <a:defRPr>
                <a:noFill/>
              </a:defRPr>
            </a:lvl2pPr>
            <a:lvl3pPr>
              <a:defRPr>
                <a:noFill/>
              </a:defRPr>
            </a:lvl3pPr>
            <a:lvl4pPr>
              <a:defRPr>
                <a:noFill/>
              </a:defRPr>
            </a:lvl4pPr>
            <a:lvl5pPr>
              <a:defRPr>
                <a:noFill/>
              </a:defRPr>
            </a:lvl5pPr>
          </a:lstStyle>
          <a:p>
            <a:pPr lvl="0"/>
            <a:r>
              <a:rPr lang="en-US"/>
              <a:t> </a:t>
            </a:r>
          </a:p>
        </p:txBody>
      </p:sp>
      <p:sp>
        <p:nvSpPr>
          <p:cNvPr id="3" name="Picture Placeholder 4">
            <a:extLst>
              <a:ext uri="{FF2B5EF4-FFF2-40B4-BE49-F238E27FC236}">
                <a16:creationId xmlns:a16="http://schemas.microsoft.com/office/drawing/2014/main" id="{FB17ABEB-CE11-6DFE-1EDF-82662ED8C955}"/>
              </a:ext>
            </a:extLst>
          </p:cNvPr>
          <p:cNvSpPr>
            <a:spLocks noGrp="1"/>
          </p:cNvSpPr>
          <p:nvPr>
            <p:ph type="pic" sz="quarter" idx="13" hasCustomPrompt="1"/>
          </p:nvPr>
        </p:nvSpPr>
        <p:spPr bwMode="gray">
          <a:xfrm>
            <a:off x="0" y="0"/>
            <a:ext cx="12192000" cy="6860241"/>
          </a:xfrm>
          <a:prstGeom prst="rect">
            <a:avLst/>
          </a:prstGeom>
          <a:noFill/>
        </p:spPr>
        <p:txBody>
          <a:bodyPr tIns="2743200" bIns="0" anchor="ctr"/>
          <a:lstStyle>
            <a:lvl1pPr marL="0" indent="0" algn="ctr">
              <a:buFontTx/>
              <a:buNone/>
              <a:defRPr sz="2400">
                <a:solidFill>
                  <a:schemeClr val="tx1"/>
                </a:solidFill>
                <a:latin typeface="+mn-lt"/>
              </a:defRPr>
            </a:lvl1pPr>
          </a:lstStyle>
          <a:p>
            <a:pPr marL="0" marR="0" lvl="0" indent="0" algn="ctr" defTabSz="914400" rtl="0" eaLnBrk="1" fontAlgn="auto" latinLnBrk="0" hangingPunct="1">
              <a:lnSpc>
                <a:spcPct val="100000"/>
              </a:lnSpc>
              <a:spcBef>
                <a:spcPts val="1000"/>
              </a:spcBef>
              <a:spcAft>
                <a:spcPts val="0"/>
              </a:spcAft>
              <a:buClrTx/>
              <a:buSzTx/>
              <a:buFontTx/>
              <a:buNone/>
              <a:tabLst/>
              <a:defRPr/>
            </a:pPr>
            <a:r>
              <a:rPr lang="en-US"/>
              <a:t>Click to add image. Then reorder: Send to back</a:t>
            </a:r>
          </a:p>
        </p:txBody>
      </p:sp>
    </p:spTree>
    <p:extLst>
      <p:ext uri="{BB962C8B-B14F-4D97-AF65-F5344CB8AC3E}">
        <p14:creationId xmlns:p14="http://schemas.microsoft.com/office/powerpoint/2010/main" val="216958621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A_Cover_Full Image, Full Innovation Curve">
    <p:bg>
      <p:bgPr>
        <a:solidFill>
          <a:schemeClr val="bg1"/>
        </a:solidFill>
        <a:effectLst/>
      </p:bgPr>
    </p:bg>
    <p:spTree>
      <p:nvGrpSpPr>
        <p:cNvPr id="1" name=""/>
        <p:cNvGrpSpPr/>
        <p:nvPr/>
      </p:nvGrpSpPr>
      <p:grpSpPr>
        <a:xfrm>
          <a:off x="0" y="0"/>
          <a:ext cx="0" cy="0"/>
          <a:chOff x="0" y="0"/>
          <a:chExt cx="0" cy="0"/>
        </a:xfrm>
      </p:grpSpPr>
      <p:sp>
        <p:nvSpPr>
          <p:cNvPr id="6" name="Smart Navy SemiTrans Overlay">
            <a:extLst>
              <a:ext uri="{FF2B5EF4-FFF2-40B4-BE49-F238E27FC236}">
                <a16:creationId xmlns:a16="http://schemas.microsoft.com/office/drawing/2014/main" id="{39BA9756-44A4-AC93-1405-84B020B6F46B}"/>
              </a:ext>
            </a:extLst>
          </p:cNvPr>
          <p:cNvSpPr>
            <a:spLocks noGrp="1"/>
          </p:cNvSpPr>
          <p:nvPr>
            <p:ph type="body" sz="quarter" idx="16" hasCustomPrompt="1"/>
          </p:nvPr>
        </p:nvSpPr>
        <p:spPr bwMode="gray">
          <a:xfrm>
            <a:off x="0" y="0"/>
            <a:ext cx="12192000" cy="6857999"/>
          </a:xfrm>
          <a:prstGeom prst="rect">
            <a:avLst/>
          </a:prstGeom>
          <a:solidFill>
            <a:srgbClr val="050D24">
              <a:alpha val="57647"/>
            </a:srgbClr>
          </a:solidFill>
        </p:spPr>
        <p:txBody>
          <a:bodyPr/>
          <a:lstStyle>
            <a:lvl1pPr>
              <a:defRPr>
                <a:solidFill>
                  <a:schemeClr val="bg1"/>
                </a:solidFill>
              </a:defRPr>
            </a:lvl1pPr>
            <a:lvl2pPr marL="0" indent="0">
              <a:buNone/>
              <a:defRPr>
                <a:noFill/>
              </a:defRPr>
            </a:lvl2pPr>
            <a:lvl3pPr marL="216000" indent="0">
              <a:buFont typeface="Arial" panose="020B0604020202020204" pitchFamily="34" charset="0"/>
              <a:buNone/>
              <a:defRPr>
                <a:noFill/>
              </a:defRPr>
            </a:lvl3pPr>
            <a:lvl4pPr>
              <a:defRPr>
                <a:noFill/>
              </a:defRPr>
            </a:lvl4pPr>
            <a:lvl5pPr>
              <a:defRPr>
                <a:noFill/>
              </a:defRPr>
            </a:lvl5pPr>
          </a:lstStyle>
          <a:p>
            <a:pPr lvl="2"/>
            <a:r>
              <a:rPr lang="en-US" noProof="0"/>
              <a:t> </a:t>
            </a:r>
          </a:p>
        </p:txBody>
      </p:sp>
      <p:sp>
        <p:nvSpPr>
          <p:cNvPr id="8" name="Footer Placeholder 4">
            <a:extLst>
              <a:ext uri="{FF2B5EF4-FFF2-40B4-BE49-F238E27FC236}">
                <a16:creationId xmlns:a16="http://schemas.microsoft.com/office/drawing/2014/main" id="{5E9A5FE8-62E3-0D2E-834A-D1F1B8269B75}"/>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1000">
                <a:solidFill>
                  <a:schemeClr val="tx1"/>
                </a:solidFill>
              </a:defRPr>
            </a:lvl1pPr>
          </a:lstStyle>
          <a:p>
            <a:r>
              <a:rPr lang="en-US"/>
              <a:t>© 2023 NTT DATA Business Solutions</a:t>
            </a:r>
          </a:p>
        </p:txBody>
      </p:sp>
      <p:sp>
        <p:nvSpPr>
          <p:cNvPr id="3" name="Innovation Curve">
            <a:extLst>
              <a:ext uri="{FF2B5EF4-FFF2-40B4-BE49-F238E27FC236}">
                <a16:creationId xmlns:a16="http://schemas.microsoft.com/office/drawing/2014/main" id="{18332D96-F8AA-AD1E-863A-6EA58DA26D4A}"/>
              </a:ext>
            </a:extLst>
          </p:cNvPr>
          <p:cNvSpPr>
            <a:spLocks noGrp="1"/>
          </p:cNvSpPr>
          <p:nvPr>
            <p:ph type="body" sz="quarter" idx="21" hasCustomPrompt="1"/>
          </p:nvPr>
        </p:nvSpPr>
        <p:spPr bwMode="gray">
          <a:xfrm>
            <a:off x="5365655" y="0"/>
            <a:ext cx="6835842" cy="6858000"/>
          </a:xfrm>
          <a:blipFill>
            <a:blip r:embed="rId2"/>
            <a:stretch>
              <a:fillRect/>
            </a:stretch>
          </a:blipFill>
        </p:spPr>
        <p:txBody>
          <a:bodyPr/>
          <a:lstStyle>
            <a:lvl1pPr>
              <a:defRPr sz="200"/>
            </a:lvl1pPr>
          </a:lstStyle>
          <a:p>
            <a:pPr lvl="0"/>
            <a:r>
              <a:rPr lang="de-DE"/>
              <a:t>. </a:t>
            </a:r>
          </a:p>
        </p:txBody>
      </p:sp>
      <p:sp>
        <p:nvSpPr>
          <p:cNvPr id="7" name="Cover Photo Placeholder">
            <a:extLst>
              <a:ext uri="{FF2B5EF4-FFF2-40B4-BE49-F238E27FC236}">
                <a16:creationId xmlns:a16="http://schemas.microsoft.com/office/drawing/2014/main" id="{47AACDBA-727E-B7AC-B9F8-A809F3406830}"/>
              </a:ext>
              <a:ext uri="{C183D7F6-B498-43B3-948B-1728B52AA6E4}">
                <adec:decorative xmlns:adec="http://schemas.microsoft.com/office/drawing/2017/decorative" val="1"/>
              </a:ext>
            </a:extLst>
          </p:cNvPr>
          <p:cNvSpPr>
            <a:spLocks noGrp="1"/>
          </p:cNvSpPr>
          <p:nvPr>
            <p:ph type="pic" sz="quarter" idx="13" hasCustomPrompt="1"/>
          </p:nvPr>
        </p:nvSpPr>
        <p:spPr bwMode="gray">
          <a:xfrm>
            <a:off x="0" y="0"/>
            <a:ext cx="12191999" cy="6860241"/>
          </a:xfrm>
          <a:prstGeom prst="rect">
            <a:avLst/>
          </a:prstGeom>
          <a:noFill/>
        </p:spPr>
        <p:txBody>
          <a:bodyPr tIns="2743200" bIns="0" anchor="ctr"/>
          <a:lstStyle>
            <a:lvl1pPr marL="0" indent="0" algn="ctr">
              <a:buFontTx/>
              <a:buNone/>
              <a:defRPr sz="2400">
                <a:solidFill>
                  <a:srgbClr val="FF7A00"/>
                </a:solidFill>
                <a:latin typeface="+mn-lt"/>
              </a:defRPr>
            </a:lvl1pPr>
          </a:lstStyle>
          <a:p>
            <a:pPr marL="0" marR="0" lvl="0" indent="0" algn="ctr" defTabSz="914400" rtl="0" eaLnBrk="1" fontAlgn="auto" latinLnBrk="0" hangingPunct="1">
              <a:lnSpc>
                <a:spcPct val="100000"/>
              </a:lnSpc>
              <a:spcBef>
                <a:spcPts val="1000"/>
              </a:spcBef>
              <a:spcAft>
                <a:spcPts val="0"/>
              </a:spcAft>
              <a:buClrTx/>
              <a:buSzTx/>
              <a:buFontTx/>
              <a:buNone/>
              <a:tabLst/>
              <a:defRPr/>
            </a:pPr>
            <a:r>
              <a:rPr lang="en-US" noProof="0"/>
              <a:t>Click to add image. Then Reorder: Send to back </a:t>
            </a:r>
          </a:p>
        </p:txBody>
      </p:sp>
      <p:sp>
        <p:nvSpPr>
          <p:cNvPr id="2" name="Info box">
            <a:extLst>
              <a:ext uri="{FF2B5EF4-FFF2-40B4-BE49-F238E27FC236}">
                <a16:creationId xmlns:a16="http://schemas.microsoft.com/office/drawing/2014/main" id="{CDC6CD3E-31EA-EA2F-BE3B-37D4E6526A11}"/>
              </a:ext>
            </a:extLst>
          </p:cNvPr>
          <p:cNvSpPr>
            <a:spLocks noGrp="1"/>
          </p:cNvSpPr>
          <p:nvPr>
            <p:ph sz="quarter" idx="18" hasCustomPrompt="1"/>
          </p:nvPr>
        </p:nvSpPr>
        <p:spPr bwMode="gray">
          <a:xfrm>
            <a:off x="10176832" y="333376"/>
            <a:ext cx="1868023" cy="395869"/>
          </a:xfrm>
          <a:prstGeom prst="rect">
            <a:avLst/>
          </a:prstGeom>
          <a:ln>
            <a:noFill/>
          </a:ln>
        </p:spPr>
        <p:txBody>
          <a:bodyPr wrap="square" lIns="36000" tIns="36000" rIns="36000" bIns="36000">
            <a:spAutoFit/>
          </a:bodyPr>
          <a:lstStyle>
            <a:lvl1pPr>
              <a:lnSpc>
                <a:spcPct val="100000"/>
              </a:lnSpc>
              <a:spcBef>
                <a:spcPts val="0"/>
              </a:spcBef>
              <a:spcAft>
                <a:spcPts val="0"/>
              </a:spcAft>
              <a:defRPr sz="700">
                <a:solidFill>
                  <a:schemeClr val="tx1"/>
                </a:solidFill>
              </a:defRPr>
            </a:lvl1pPr>
          </a:lstStyle>
          <a:p>
            <a:pPr lvl="0"/>
            <a:r>
              <a:rPr lang="en-US" noProof="0"/>
              <a:t>Information Type:</a:t>
            </a:r>
            <a:br>
              <a:rPr lang="en-US" noProof="0"/>
            </a:br>
            <a:r>
              <a:rPr lang="en-US" noProof="0"/>
              <a:t>Company:  </a:t>
            </a:r>
            <a:br>
              <a:rPr lang="en-US" noProof="0"/>
            </a:br>
            <a:r>
              <a:rPr lang="en-US" noProof="0"/>
              <a:t>Information Owner:</a:t>
            </a:r>
          </a:p>
        </p:txBody>
      </p:sp>
      <p:sp>
        <p:nvSpPr>
          <p:cNvPr id="4" name="Date Placeholder 3">
            <a:extLst>
              <a:ext uri="{FF2B5EF4-FFF2-40B4-BE49-F238E27FC236}">
                <a16:creationId xmlns:a16="http://schemas.microsoft.com/office/drawing/2014/main" id="{C81BBD22-02FF-5EAB-ABA3-3C0BB396027D}"/>
              </a:ext>
            </a:extLst>
          </p:cNvPr>
          <p:cNvSpPr>
            <a:spLocks noGrp="1"/>
          </p:cNvSpPr>
          <p:nvPr>
            <p:ph type="dt" sz="half" idx="2"/>
          </p:nvPr>
        </p:nvSpPr>
        <p:spPr bwMode="gray">
          <a:xfrm>
            <a:off x="10898505" y="6563358"/>
            <a:ext cx="922020" cy="88901"/>
          </a:xfrm>
          <a:prstGeom prst="rect">
            <a:avLst/>
          </a:prstGeom>
          <a:ln>
            <a:noFill/>
          </a:ln>
        </p:spPr>
        <p:txBody>
          <a:bodyPr vert="horz" lIns="0" tIns="0" rIns="0" bIns="0" rtlCol="0" anchor="ctr">
            <a:noAutofit/>
          </a:bodyPr>
          <a:lstStyle>
            <a:lvl1pPr algn="r">
              <a:lnSpc>
                <a:spcPct val="100000"/>
              </a:lnSpc>
              <a:defRPr sz="1000">
                <a:solidFill>
                  <a:schemeClr val="tx1"/>
                </a:solidFill>
              </a:defRPr>
            </a:lvl1pPr>
          </a:lstStyle>
          <a:p>
            <a:fld id="{E96A7737-EF55-4500-AFFD-BE235A5DFACA}" type="datetime1">
              <a:rPr lang="en-US" smtClean="0"/>
              <a:t>3/12/2026</a:t>
            </a:fld>
            <a:endParaRPr lang="en-US"/>
          </a:p>
        </p:txBody>
      </p:sp>
      <p:sp>
        <p:nvSpPr>
          <p:cNvPr id="18" name="Title 1">
            <a:extLst>
              <a:ext uri="{FF2B5EF4-FFF2-40B4-BE49-F238E27FC236}">
                <a16:creationId xmlns:a16="http://schemas.microsoft.com/office/drawing/2014/main" id="{6566C0A6-4FFE-882A-7F2D-B9B9A23AB5FB}"/>
              </a:ext>
            </a:extLst>
          </p:cNvPr>
          <p:cNvSpPr>
            <a:spLocks noGrp="1"/>
          </p:cNvSpPr>
          <p:nvPr>
            <p:ph type="ctrTitle" hasCustomPrompt="1"/>
          </p:nvPr>
        </p:nvSpPr>
        <p:spPr bwMode="gray">
          <a:xfrm>
            <a:off x="380048" y="2438400"/>
            <a:ext cx="4793932" cy="1371600"/>
          </a:xfrm>
        </p:spPr>
        <p:txBody>
          <a:bodyPr vert="horz" lIns="0" tIns="45720" rIns="0" bIns="45720" rtlCol="0" anchor="b">
            <a:noAutofit/>
          </a:bodyPr>
          <a:lstStyle>
            <a:lvl1pPr>
              <a:defRPr lang="en-GB" sz="4400" b="0" i="0" dirty="0">
                <a:solidFill>
                  <a:schemeClr val="tx1"/>
                </a:solidFill>
                <a:latin typeface="+mj-lt"/>
                <a:cs typeface="Times New Roman" panose="02020603050405020304" pitchFamily="18" charset="0"/>
              </a:defRPr>
            </a:lvl1pPr>
          </a:lstStyle>
          <a:p>
            <a:pPr lvl="0">
              <a:lnSpc>
                <a:spcPct val="100000"/>
              </a:lnSpc>
            </a:pPr>
            <a:r>
              <a:rPr lang="en-US" noProof="0"/>
              <a:t>Click to edit Master title Style</a:t>
            </a:r>
          </a:p>
        </p:txBody>
      </p:sp>
      <p:sp>
        <p:nvSpPr>
          <p:cNvPr id="19" name="Subtitle 2">
            <a:extLst>
              <a:ext uri="{FF2B5EF4-FFF2-40B4-BE49-F238E27FC236}">
                <a16:creationId xmlns:a16="http://schemas.microsoft.com/office/drawing/2014/main" id="{4FACCEEE-5469-CC54-C90B-C9C1BF3F2B90}"/>
              </a:ext>
            </a:extLst>
          </p:cNvPr>
          <p:cNvSpPr>
            <a:spLocks noGrp="1"/>
          </p:cNvSpPr>
          <p:nvPr>
            <p:ph type="subTitle" idx="1" hasCustomPrompt="1"/>
          </p:nvPr>
        </p:nvSpPr>
        <p:spPr bwMode="gray">
          <a:xfrm>
            <a:off x="380048" y="3810000"/>
            <a:ext cx="4793932" cy="353943"/>
          </a:xfrm>
          <a:prstGeom prst="rect">
            <a:avLst/>
          </a:prstGeom>
        </p:spPr>
        <p:txBody>
          <a:bodyPr wrap="square" lIns="0" tIns="45720" rIns="0">
            <a:spAutoFit/>
          </a:bodyPr>
          <a:lstStyle>
            <a:lvl1pPr>
              <a:spcBef>
                <a:spcPts val="0"/>
              </a:spcBef>
              <a:spcAft>
                <a:spcPts val="0"/>
              </a:spcAft>
              <a:defRPr lang="en-GB" sz="2000" b="0" i="0" dirty="0">
                <a:solidFill>
                  <a:schemeClr val="tx1"/>
                </a:solidFill>
                <a:latin typeface="+mn-lt"/>
                <a:cs typeface="Arial" panose="020B0604020202020204" pitchFamily="34" charset="0"/>
              </a:defRPr>
            </a:lvl1pPr>
          </a:lstStyle>
          <a:p>
            <a:pPr lvl="0">
              <a:lnSpc>
                <a:spcPct val="100000"/>
              </a:lnSpc>
              <a:spcBef>
                <a:spcPts val="1000"/>
              </a:spcBef>
              <a:buFont typeface="Arial" panose="020B0604020202020204" pitchFamily="34" charset="0"/>
            </a:pPr>
            <a:r>
              <a:rPr lang="en-US" noProof="0"/>
              <a:t>Click to edit Master subtitle style</a:t>
            </a:r>
          </a:p>
        </p:txBody>
      </p:sp>
      <p:sp>
        <p:nvSpPr>
          <p:cNvPr id="13" name="NTT DATA Global Logo" descr="NTT DATA Global Logo">
            <a:extLst>
              <a:ext uri="{FF2B5EF4-FFF2-40B4-BE49-F238E27FC236}">
                <a16:creationId xmlns:a16="http://schemas.microsoft.com/office/drawing/2014/main" id="{A6808F4F-EA69-F71A-723C-E607F8187929}"/>
              </a:ext>
            </a:extLst>
          </p:cNvPr>
          <p:cNvSpPr>
            <a:spLocks noGrp="1"/>
          </p:cNvSpPr>
          <p:nvPr>
            <p:ph type="body" sz="quarter" idx="15" hasCustomPrompt="1"/>
          </p:nvPr>
        </p:nvSpPr>
        <p:spPr bwMode="gray">
          <a:xfrm>
            <a:off x="371475" y="320040"/>
            <a:ext cx="1959724" cy="400077"/>
          </a:xfrm>
          <a:prstGeom prst="rect">
            <a:avLst/>
          </a:prstGeom>
          <a:blipFill dpi="0" rotWithShape="1">
            <a:blip r:embed="rId3"/>
            <a:srcRect/>
            <a:stretch>
              <a:fillRect/>
            </a:stretch>
          </a:blipFill>
        </p:spPr>
        <p:txBody>
          <a:bodyPr wrap="none" lIns="0" tIns="0" rIns="0" bIns="0"/>
          <a:lstStyle>
            <a:lvl1pPr>
              <a:defRPr sz="200">
                <a:solidFill>
                  <a:schemeClr val="accent2"/>
                </a:solidFill>
              </a:defRPr>
            </a:lvl1pPr>
            <a:lvl2pPr>
              <a:defRPr>
                <a:noFill/>
              </a:defRPr>
            </a:lvl2pPr>
            <a:lvl3pPr>
              <a:defRPr>
                <a:noFill/>
              </a:defRPr>
            </a:lvl3pPr>
            <a:lvl4pPr>
              <a:defRPr>
                <a:noFill/>
              </a:defRPr>
            </a:lvl4pPr>
            <a:lvl5pPr>
              <a:defRPr>
                <a:noFill/>
              </a:defRPr>
            </a:lvl5pPr>
          </a:lstStyle>
          <a:p>
            <a:pPr lvl="0"/>
            <a:r>
              <a:rPr lang="en-US"/>
              <a:t> </a:t>
            </a:r>
          </a:p>
        </p:txBody>
      </p:sp>
    </p:spTree>
    <p:extLst>
      <p:ext uri="{BB962C8B-B14F-4D97-AF65-F5344CB8AC3E}">
        <p14:creationId xmlns:p14="http://schemas.microsoft.com/office/powerpoint/2010/main" val="91707021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A_Cover_Full Image, Partial Innovation Curve">
    <p:bg>
      <p:bgPr>
        <a:solidFill>
          <a:schemeClr val="bg1"/>
        </a:solidFill>
        <a:effectLst/>
      </p:bgPr>
    </p:bg>
    <p:spTree>
      <p:nvGrpSpPr>
        <p:cNvPr id="1" name=""/>
        <p:cNvGrpSpPr/>
        <p:nvPr/>
      </p:nvGrpSpPr>
      <p:grpSpPr>
        <a:xfrm>
          <a:off x="0" y="0"/>
          <a:ext cx="0" cy="0"/>
          <a:chOff x="0" y="0"/>
          <a:chExt cx="0" cy="0"/>
        </a:xfrm>
      </p:grpSpPr>
      <p:sp>
        <p:nvSpPr>
          <p:cNvPr id="6" name="Smart Navy SemiTrans Overlay">
            <a:extLst>
              <a:ext uri="{FF2B5EF4-FFF2-40B4-BE49-F238E27FC236}">
                <a16:creationId xmlns:a16="http://schemas.microsoft.com/office/drawing/2014/main" id="{39BA9756-44A4-AC93-1405-84B020B6F46B}"/>
              </a:ext>
            </a:extLst>
          </p:cNvPr>
          <p:cNvSpPr>
            <a:spLocks noGrp="1"/>
          </p:cNvSpPr>
          <p:nvPr>
            <p:ph type="body" sz="quarter" idx="16" hasCustomPrompt="1"/>
          </p:nvPr>
        </p:nvSpPr>
        <p:spPr bwMode="gray">
          <a:xfrm>
            <a:off x="0" y="0"/>
            <a:ext cx="12192000" cy="6857999"/>
          </a:xfrm>
          <a:prstGeom prst="rect">
            <a:avLst/>
          </a:prstGeom>
          <a:solidFill>
            <a:srgbClr val="050D24">
              <a:alpha val="57647"/>
            </a:srgbClr>
          </a:solidFill>
        </p:spPr>
        <p:txBody>
          <a:bodyPr/>
          <a:lstStyle>
            <a:lvl1pPr>
              <a:defRPr>
                <a:solidFill>
                  <a:schemeClr val="bg1"/>
                </a:solidFill>
              </a:defRPr>
            </a:lvl1pPr>
            <a:lvl2pPr marL="0" indent="0">
              <a:buNone/>
              <a:defRPr>
                <a:noFill/>
              </a:defRPr>
            </a:lvl2pPr>
            <a:lvl3pPr marL="216000" indent="0">
              <a:buFont typeface="Arial" panose="020B0604020202020204" pitchFamily="34" charset="0"/>
              <a:buNone/>
              <a:defRPr>
                <a:noFill/>
              </a:defRPr>
            </a:lvl3pPr>
            <a:lvl4pPr>
              <a:defRPr>
                <a:noFill/>
              </a:defRPr>
            </a:lvl4pPr>
            <a:lvl5pPr>
              <a:defRPr>
                <a:noFill/>
              </a:defRPr>
            </a:lvl5pPr>
          </a:lstStyle>
          <a:p>
            <a:pPr lvl="2"/>
            <a:r>
              <a:rPr lang="en-US"/>
              <a:t> </a:t>
            </a:r>
          </a:p>
        </p:txBody>
      </p:sp>
      <p:sp>
        <p:nvSpPr>
          <p:cNvPr id="7" name="Cover Photo Placeholder">
            <a:extLst>
              <a:ext uri="{FF2B5EF4-FFF2-40B4-BE49-F238E27FC236}">
                <a16:creationId xmlns:a16="http://schemas.microsoft.com/office/drawing/2014/main" id="{47AACDBA-727E-B7AC-B9F8-A809F3406830}"/>
              </a:ext>
              <a:ext uri="{C183D7F6-B498-43B3-948B-1728B52AA6E4}">
                <adec:decorative xmlns:adec="http://schemas.microsoft.com/office/drawing/2017/decorative" val="1"/>
              </a:ext>
            </a:extLst>
          </p:cNvPr>
          <p:cNvSpPr>
            <a:spLocks noGrp="1"/>
          </p:cNvSpPr>
          <p:nvPr>
            <p:ph type="pic" sz="quarter" idx="13" hasCustomPrompt="1"/>
          </p:nvPr>
        </p:nvSpPr>
        <p:spPr bwMode="gray">
          <a:xfrm>
            <a:off x="0" y="0"/>
            <a:ext cx="12192000" cy="6860241"/>
          </a:xfrm>
          <a:prstGeom prst="rect">
            <a:avLst/>
          </a:prstGeom>
          <a:noFill/>
        </p:spPr>
        <p:txBody>
          <a:bodyPr tIns="2743200" bIns="0" anchor="ctr"/>
          <a:lstStyle>
            <a:lvl1pPr marL="0" indent="0" algn="ctr">
              <a:buFontTx/>
              <a:buNone/>
              <a:defRPr sz="2400">
                <a:solidFill>
                  <a:srgbClr val="FF7A00"/>
                </a:solidFill>
                <a:latin typeface="+mn-lt"/>
              </a:defRPr>
            </a:lvl1pPr>
          </a:lstStyle>
          <a:p>
            <a:pPr marL="0" marR="0" lvl="0" indent="0" algn="ctr" defTabSz="914400" rtl="0" eaLnBrk="1" fontAlgn="auto" latinLnBrk="0" hangingPunct="1">
              <a:lnSpc>
                <a:spcPct val="100000"/>
              </a:lnSpc>
              <a:spcBef>
                <a:spcPts val="1000"/>
              </a:spcBef>
              <a:spcAft>
                <a:spcPts val="0"/>
              </a:spcAft>
              <a:buClrTx/>
              <a:buSzTx/>
              <a:buFontTx/>
              <a:buNone/>
              <a:tabLst/>
              <a:defRPr/>
            </a:pPr>
            <a:r>
              <a:rPr lang="en-US"/>
              <a:t>Click to add image. Then Reorder: Send to back</a:t>
            </a:r>
          </a:p>
        </p:txBody>
      </p:sp>
      <p:sp>
        <p:nvSpPr>
          <p:cNvPr id="12" name="Footer Placeholder 4">
            <a:extLst>
              <a:ext uri="{FF2B5EF4-FFF2-40B4-BE49-F238E27FC236}">
                <a16:creationId xmlns:a16="http://schemas.microsoft.com/office/drawing/2014/main" id="{EB69904B-F3B0-9924-1277-D5E10CC8F93D}"/>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1000">
                <a:solidFill>
                  <a:schemeClr val="tx1"/>
                </a:solidFill>
              </a:defRPr>
            </a:lvl1pPr>
          </a:lstStyle>
          <a:p>
            <a:r>
              <a:rPr lang="en-US"/>
              <a:t>© 2023 NTT DATA Business Solutions</a:t>
            </a:r>
          </a:p>
        </p:txBody>
      </p:sp>
      <p:sp>
        <p:nvSpPr>
          <p:cNvPr id="8" name="Innovation Curve">
            <a:extLst>
              <a:ext uri="{FF2B5EF4-FFF2-40B4-BE49-F238E27FC236}">
                <a16:creationId xmlns:a16="http://schemas.microsoft.com/office/drawing/2014/main" id="{F707DE12-3594-93EB-F056-2B2C43B24781}"/>
              </a:ext>
            </a:extLst>
          </p:cNvPr>
          <p:cNvSpPr>
            <a:spLocks noGrp="1"/>
          </p:cNvSpPr>
          <p:nvPr>
            <p:ph type="body" sz="quarter" idx="22" hasCustomPrompt="1"/>
          </p:nvPr>
        </p:nvSpPr>
        <p:spPr bwMode="gray">
          <a:xfrm>
            <a:off x="7637463" y="3175"/>
            <a:ext cx="4554537" cy="6856413"/>
          </a:xfrm>
          <a:blipFill>
            <a:blip r:embed="rId2"/>
            <a:stretch>
              <a:fillRect/>
            </a:stretch>
          </a:blipFill>
        </p:spPr>
        <p:txBody>
          <a:bodyPr/>
          <a:lstStyle>
            <a:lvl1pPr>
              <a:defRPr sz="200"/>
            </a:lvl1pPr>
          </a:lstStyle>
          <a:p>
            <a:pPr lvl="0"/>
            <a:r>
              <a:rPr lang="de-DE"/>
              <a:t>.  </a:t>
            </a:r>
          </a:p>
        </p:txBody>
      </p:sp>
      <p:sp>
        <p:nvSpPr>
          <p:cNvPr id="11" name="Date Placeholder 3">
            <a:extLst>
              <a:ext uri="{FF2B5EF4-FFF2-40B4-BE49-F238E27FC236}">
                <a16:creationId xmlns:a16="http://schemas.microsoft.com/office/drawing/2014/main" id="{612179AF-A82A-2C38-AA6E-ADD8AE770B11}"/>
              </a:ext>
            </a:extLst>
          </p:cNvPr>
          <p:cNvSpPr>
            <a:spLocks noGrp="1"/>
          </p:cNvSpPr>
          <p:nvPr>
            <p:ph type="dt" sz="half" idx="2"/>
          </p:nvPr>
        </p:nvSpPr>
        <p:spPr bwMode="gray">
          <a:xfrm>
            <a:off x="10898505" y="6563358"/>
            <a:ext cx="922020" cy="88901"/>
          </a:xfrm>
          <a:prstGeom prst="rect">
            <a:avLst/>
          </a:prstGeom>
          <a:ln>
            <a:noFill/>
          </a:ln>
        </p:spPr>
        <p:txBody>
          <a:bodyPr vert="horz" lIns="0" tIns="0" rIns="0" bIns="0" rtlCol="0" anchor="ctr">
            <a:noAutofit/>
          </a:bodyPr>
          <a:lstStyle>
            <a:lvl1pPr algn="r">
              <a:lnSpc>
                <a:spcPct val="100000"/>
              </a:lnSpc>
              <a:defRPr sz="1000">
                <a:solidFill>
                  <a:schemeClr val="tx1"/>
                </a:solidFill>
              </a:defRPr>
            </a:lvl1pPr>
          </a:lstStyle>
          <a:p>
            <a:fld id="{C1F63617-6116-4180-81B9-5A38E1E5ADB0}" type="datetime1">
              <a:rPr lang="en-US" smtClean="0"/>
              <a:t>3/12/2026</a:t>
            </a:fld>
            <a:endParaRPr lang="en-US"/>
          </a:p>
        </p:txBody>
      </p:sp>
      <p:sp>
        <p:nvSpPr>
          <p:cNvPr id="16" name="Title 1">
            <a:extLst>
              <a:ext uri="{FF2B5EF4-FFF2-40B4-BE49-F238E27FC236}">
                <a16:creationId xmlns:a16="http://schemas.microsoft.com/office/drawing/2014/main" id="{9C858A80-3045-093E-B563-A7492ACE92AF}"/>
              </a:ext>
            </a:extLst>
          </p:cNvPr>
          <p:cNvSpPr>
            <a:spLocks noGrp="1"/>
          </p:cNvSpPr>
          <p:nvPr>
            <p:ph type="ctrTitle" hasCustomPrompt="1"/>
          </p:nvPr>
        </p:nvSpPr>
        <p:spPr bwMode="gray">
          <a:xfrm>
            <a:off x="380048" y="2438400"/>
            <a:ext cx="6797992" cy="1371600"/>
          </a:xfrm>
        </p:spPr>
        <p:txBody>
          <a:bodyPr vert="horz" lIns="0" tIns="45720" rIns="0" bIns="45720" rtlCol="0" anchor="b">
            <a:noAutofit/>
          </a:bodyPr>
          <a:lstStyle>
            <a:lvl1pPr>
              <a:defRPr lang="en-GB" sz="4400" b="0" i="0" dirty="0">
                <a:solidFill>
                  <a:schemeClr val="tx1"/>
                </a:solidFill>
                <a:latin typeface="+mj-lt"/>
                <a:cs typeface="Times New Roman" panose="02020603050405020304" pitchFamily="18" charset="0"/>
              </a:defRPr>
            </a:lvl1pPr>
          </a:lstStyle>
          <a:p>
            <a:pPr lvl="0">
              <a:lnSpc>
                <a:spcPct val="100000"/>
              </a:lnSpc>
            </a:pPr>
            <a:r>
              <a:rPr lang="en-US"/>
              <a:t>Click to edit Master title Style</a:t>
            </a:r>
          </a:p>
        </p:txBody>
      </p:sp>
      <p:sp>
        <p:nvSpPr>
          <p:cNvPr id="17" name="Subtitle 2">
            <a:extLst>
              <a:ext uri="{FF2B5EF4-FFF2-40B4-BE49-F238E27FC236}">
                <a16:creationId xmlns:a16="http://schemas.microsoft.com/office/drawing/2014/main" id="{CAE6CB7E-3B40-11A3-1BAD-6A73DF9D83C7}"/>
              </a:ext>
            </a:extLst>
          </p:cNvPr>
          <p:cNvSpPr>
            <a:spLocks noGrp="1"/>
          </p:cNvSpPr>
          <p:nvPr>
            <p:ph type="subTitle" idx="1" hasCustomPrompt="1"/>
          </p:nvPr>
        </p:nvSpPr>
        <p:spPr bwMode="gray">
          <a:xfrm>
            <a:off x="380048" y="3810000"/>
            <a:ext cx="6797992" cy="353943"/>
          </a:xfrm>
          <a:prstGeom prst="rect">
            <a:avLst/>
          </a:prstGeom>
        </p:spPr>
        <p:txBody>
          <a:bodyPr wrap="square" lIns="0" tIns="45720" rIns="0">
            <a:spAutoFit/>
          </a:bodyPr>
          <a:lstStyle>
            <a:lvl1pPr>
              <a:spcBef>
                <a:spcPts val="0"/>
              </a:spcBef>
              <a:spcAft>
                <a:spcPts val="0"/>
              </a:spcAft>
              <a:defRPr lang="en-GB" sz="2000" b="0" i="0" dirty="0">
                <a:solidFill>
                  <a:schemeClr val="tx1"/>
                </a:solidFill>
                <a:latin typeface="+mn-lt"/>
                <a:cs typeface="Arial" panose="020B0604020202020204" pitchFamily="34" charset="0"/>
              </a:defRPr>
            </a:lvl1pPr>
          </a:lstStyle>
          <a:p>
            <a:pPr lvl="0">
              <a:lnSpc>
                <a:spcPct val="100000"/>
              </a:lnSpc>
              <a:spcBef>
                <a:spcPts val="1000"/>
              </a:spcBef>
              <a:buFont typeface="Arial" panose="020B0604020202020204" pitchFamily="34" charset="0"/>
            </a:pPr>
            <a:r>
              <a:rPr lang="en-US"/>
              <a:t>Click to edit Master subtitle style</a:t>
            </a:r>
          </a:p>
        </p:txBody>
      </p:sp>
      <p:sp>
        <p:nvSpPr>
          <p:cNvPr id="13" name="NTT DATA Global Logo" descr="NTT DATA Global Logo">
            <a:extLst>
              <a:ext uri="{FF2B5EF4-FFF2-40B4-BE49-F238E27FC236}">
                <a16:creationId xmlns:a16="http://schemas.microsoft.com/office/drawing/2014/main" id="{F1A70F1C-0C1D-4983-5A07-15932C342795}"/>
              </a:ext>
            </a:extLst>
          </p:cNvPr>
          <p:cNvSpPr>
            <a:spLocks noGrp="1"/>
          </p:cNvSpPr>
          <p:nvPr>
            <p:ph type="body" sz="quarter" idx="15" hasCustomPrompt="1"/>
          </p:nvPr>
        </p:nvSpPr>
        <p:spPr bwMode="gray">
          <a:xfrm>
            <a:off x="371475" y="320040"/>
            <a:ext cx="1959724" cy="400077"/>
          </a:xfrm>
          <a:prstGeom prst="rect">
            <a:avLst/>
          </a:prstGeom>
          <a:blipFill dpi="0" rotWithShape="1">
            <a:blip r:embed="rId3"/>
            <a:srcRect/>
            <a:stretch>
              <a:fillRect/>
            </a:stretch>
          </a:blipFill>
        </p:spPr>
        <p:txBody>
          <a:bodyPr wrap="none" lIns="0" tIns="0" rIns="0" bIns="0"/>
          <a:lstStyle>
            <a:lvl1pPr>
              <a:defRPr sz="200">
                <a:solidFill>
                  <a:schemeClr val="accent2"/>
                </a:solidFill>
              </a:defRPr>
            </a:lvl1pPr>
            <a:lvl2pPr>
              <a:defRPr>
                <a:noFill/>
              </a:defRPr>
            </a:lvl2pPr>
            <a:lvl3pPr>
              <a:defRPr>
                <a:noFill/>
              </a:defRPr>
            </a:lvl3pPr>
            <a:lvl4pPr>
              <a:defRPr>
                <a:noFill/>
              </a:defRPr>
            </a:lvl4pPr>
            <a:lvl5pPr>
              <a:defRPr>
                <a:noFill/>
              </a:defRPr>
            </a:lvl5pPr>
          </a:lstStyle>
          <a:p>
            <a:pPr lvl="0"/>
            <a:r>
              <a:rPr lang="en-US"/>
              <a:t> </a:t>
            </a:r>
          </a:p>
        </p:txBody>
      </p:sp>
      <p:sp>
        <p:nvSpPr>
          <p:cNvPr id="2" name="Info box">
            <a:extLst>
              <a:ext uri="{FF2B5EF4-FFF2-40B4-BE49-F238E27FC236}">
                <a16:creationId xmlns:a16="http://schemas.microsoft.com/office/drawing/2014/main" id="{FEFADB67-55CA-B657-EB4D-19C9E2824C84}"/>
              </a:ext>
            </a:extLst>
          </p:cNvPr>
          <p:cNvSpPr>
            <a:spLocks noGrp="1"/>
          </p:cNvSpPr>
          <p:nvPr>
            <p:ph sz="quarter" idx="18" hasCustomPrompt="1"/>
          </p:nvPr>
        </p:nvSpPr>
        <p:spPr bwMode="gray">
          <a:xfrm>
            <a:off x="371475" y="5875374"/>
            <a:ext cx="2737108" cy="395869"/>
          </a:xfrm>
          <a:prstGeom prst="rect">
            <a:avLst/>
          </a:prstGeom>
          <a:ln>
            <a:noFill/>
          </a:ln>
        </p:spPr>
        <p:txBody>
          <a:bodyPr wrap="square" lIns="0" tIns="36000" rIns="36000" bIns="36000">
            <a:spAutoFit/>
          </a:bodyPr>
          <a:lstStyle>
            <a:lvl1pPr>
              <a:lnSpc>
                <a:spcPct val="100000"/>
              </a:lnSpc>
              <a:spcBef>
                <a:spcPts val="0"/>
              </a:spcBef>
              <a:spcAft>
                <a:spcPts val="0"/>
              </a:spcAft>
              <a:defRPr sz="700">
                <a:solidFill>
                  <a:schemeClr val="tx1"/>
                </a:solidFill>
              </a:defRPr>
            </a:lvl1pPr>
          </a:lstStyle>
          <a:p>
            <a:pPr lvl="0"/>
            <a:r>
              <a:rPr lang="en-US" noProof="0"/>
              <a:t>Information Type:</a:t>
            </a:r>
            <a:br>
              <a:rPr lang="en-US" noProof="0"/>
            </a:br>
            <a:r>
              <a:rPr lang="en-US" noProof="0"/>
              <a:t>Company:  </a:t>
            </a:r>
            <a:br>
              <a:rPr lang="en-US" noProof="0"/>
            </a:br>
            <a:r>
              <a:rPr lang="en-US" noProof="0"/>
              <a:t>Information Owner:</a:t>
            </a:r>
          </a:p>
        </p:txBody>
      </p:sp>
    </p:spTree>
    <p:extLst>
      <p:ext uri="{BB962C8B-B14F-4D97-AF65-F5344CB8AC3E}">
        <p14:creationId xmlns:p14="http://schemas.microsoft.com/office/powerpoint/2010/main" val="87491194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A_Cover_Full Image Only">
    <p:bg>
      <p:bgPr>
        <a:solidFill>
          <a:schemeClr val="bg1"/>
        </a:solidFill>
        <a:effectLst/>
      </p:bgPr>
    </p:bg>
    <p:spTree>
      <p:nvGrpSpPr>
        <p:cNvPr id="1" name=""/>
        <p:cNvGrpSpPr/>
        <p:nvPr/>
      </p:nvGrpSpPr>
      <p:grpSpPr>
        <a:xfrm>
          <a:off x="0" y="0"/>
          <a:ext cx="0" cy="0"/>
          <a:chOff x="0" y="0"/>
          <a:chExt cx="0" cy="0"/>
        </a:xfrm>
      </p:grpSpPr>
      <p:sp>
        <p:nvSpPr>
          <p:cNvPr id="6" name="Smart Navy SemiTrans Overlay">
            <a:extLst>
              <a:ext uri="{FF2B5EF4-FFF2-40B4-BE49-F238E27FC236}">
                <a16:creationId xmlns:a16="http://schemas.microsoft.com/office/drawing/2014/main" id="{39BA9756-44A4-AC93-1405-84B020B6F46B}"/>
              </a:ext>
            </a:extLst>
          </p:cNvPr>
          <p:cNvSpPr>
            <a:spLocks noGrp="1"/>
          </p:cNvSpPr>
          <p:nvPr>
            <p:ph type="body" sz="quarter" idx="16" hasCustomPrompt="1"/>
          </p:nvPr>
        </p:nvSpPr>
        <p:spPr bwMode="gray">
          <a:xfrm>
            <a:off x="0" y="0"/>
            <a:ext cx="12192000" cy="6857999"/>
          </a:xfrm>
          <a:prstGeom prst="rect">
            <a:avLst/>
          </a:prstGeom>
          <a:solidFill>
            <a:srgbClr val="050D24">
              <a:alpha val="57647"/>
            </a:srgbClr>
          </a:solidFill>
        </p:spPr>
        <p:txBody>
          <a:bodyPr/>
          <a:lstStyle>
            <a:lvl1pPr>
              <a:defRPr>
                <a:solidFill>
                  <a:schemeClr val="bg1"/>
                </a:solidFill>
              </a:defRPr>
            </a:lvl1pPr>
            <a:lvl2pPr marL="0" indent="0">
              <a:buNone/>
              <a:defRPr>
                <a:noFill/>
              </a:defRPr>
            </a:lvl2pPr>
            <a:lvl3pPr marL="216000" indent="0">
              <a:buFont typeface="Arial" panose="020B0604020202020204" pitchFamily="34" charset="0"/>
              <a:buNone/>
              <a:defRPr>
                <a:noFill/>
              </a:defRPr>
            </a:lvl3pPr>
            <a:lvl4pPr>
              <a:defRPr>
                <a:noFill/>
              </a:defRPr>
            </a:lvl4pPr>
            <a:lvl5pPr>
              <a:defRPr>
                <a:noFill/>
              </a:defRPr>
            </a:lvl5pPr>
          </a:lstStyle>
          <a:p>
            <a:pPr lvl="2"/>
            <a:r>
              <a:rPr lang="en-US"/>
              <a:t> </a:t>
            </a:r>
          </a:p>
        </p:txBody>
      </p:sp>
      <p:sp>
        <p:nvSpPr>
          <p:cNvPr id="7" name="Cover Photo Placeholder">
            <a:extLst>
              <a:ext uri="{FF2B5EF4-FFF2-40B4-BE49-F238E27FC236}">
                <a16:creationId xmlns:a16="http://schemas.microsoft.com/office/drawing/2014/main" id="{47AACDBA-727E-B7AC-B9F8-A809F3406830}"/>
              </a:ext>
              <a:ext uri="{C183D7F6-B498-43B3-948B-1728B52AA6E4}">
                <adec:decorative xmlns:adec="http://schemas.microsoft.com/office/drawing/2017/decorative" val="1"/>
              </a:ext>
            </a:extLst>
          </p:cNvPr>
          <p:cNvSpPr>
            <a:spLocks noGrp="1"/>
          </p:cNvSpPr>
          <p:nvPr>
            <p:ph type="pic" sz="quarter" idx="13" hasCustomPrompt="1"/>
          </p:nvPr>
        </p:nvSpPr>
        <p:spPr bwMode="gray">
          <a:xfrm>
            <a:off x="0" y="0"/>
            <a:ext cx="12192000" cy="6860241"/>
          </a:xfrm>
          <a:prstGeom prst="rect">
            <a:avLst/>
          </a:prstGeom>
          <a:noFill/>
        </p:spPr>
        <p:txBody>
          <a:bodyPr tIns="2743200" bIns="0" anchor="ctr"/>
          <a:lstStyle>
            <a:lvl1pPr marL="0" indent="0" algn="ctr">
              <a:buFontTx/>
              <a:buNone/>
              <a:defRPr sz="2400">
                <a:solidFill>
                  <a:srgbClr val="FF7A00"/>
                </a:solidFill>
                <a:latin typeface="+mn-lt"/>
              </a:defRPr>
            </a:lvl1pPr>
          </a:lstStyle>
          <a:p>
            <a:pPr marL="0" marR="0" lvl="0" indent="0" algn="ctr" defTabSz="914400" rtl="0" eaLnBrk="1" fontAlgn="auto" latinLnBrk="0" hangingPunct="1">
              <a:lnSpc>
                <a:spcPct val="100000"/>
              </a:lnSpc>
              <a:spcBef>
                <a:spcPts val="1000"/>
              </a:spcBef>
              <a:spcAft>
                <a:spcPts val="0"/>
              </a:spcAft>
              <a:buClrTx/>
              <a:buSzTx/>
              <a:buFontTx/>
              <a:buNone/>
              <a:tabLst/>
              <a:defRPr/>
            </a:pPr>
            <a:r>
              <a:rPr lang="en-US"/>
              <a:t>Click to add image. Then Reorder: Send to back</a:t>
            </a:r>
          </a:p>
        </p:txBody>
      </p:sp>
      <p:sp>
        <p:nvSpPr>
          <p:cNvPr id="16" name="Title 1">
            <a:extLst>
              <a:ext uri="{FF2B5EF4-FFF2-40B4-BE49-F238E27FC236}">
                <a16:creationId xmlns:a16="http://schemas.microsoft.com/office/drawing/2014/main" id="{9C858A80-3045-093E-B563-A7492ACE92AF}"/>
              </a:ext>
            </a:extLst>
          </p:cNvPr>
          <p:cNvSpPr>
            <a:spLocks noGrp="1"/>
          </p:cNvSpPr>
          <p:nvPr>
            <p:ph type="ctrTitle" hasCustomPrompt="1"/>
          </p:nvPr>
        </p:nvSpPr>
        <p:spPr bwMode="gray">
          <a:xfrm>
            <a:off x="380047" y="2438400"/>
            <a:ext cx="11440477" cy="1371600"/>
          </a:xfrm>
        </p:spPr>
        <p:txBody>
          <a:bodyPr vert="horz" lIns="0" tIns="45720" rIns="0" bIns="45720" rtlCol="0" anchor="b">
            <a:noAutofit/>
          </a:bodyPr>
          <a:lstStyle>
            <a:lvl1pPr>
              <a:defRPr lang="en-GB" sz="4400" b="0" i="0" dirty="0">
                <a:solidFill>
                  <a:schemeClr val="tx1"/>
                </a:solidFill>
                <a:latin typeface="+mj-lt"/>
                <a:cs typeface="Times New Roman" panose="02020603050405020304" pitchFamily="18" charset="0"/>
              </a:defRPr>
            </a:lvl1pPr>
          </a:lstStyle>
          <a:p>
            <a:pPr lvl="0">
              <a:lnSpc>
                <a:spcPct val="100000"/>
              </a:lnSpc>
            </a:pPr>
            <a:r>
              <a:rPr lang="en-US"/>
              <a:t>Click to edit Master title Style</a:t>
            </a:r>
          </a:p>
        </p:txBody>
      </p:sp>
      <p:sp>
        <p:nvSpPr>
          <p:cNvPr id="17" name="Subtitle 2">
            <a:extLst>
              <a:ext uri="{FF2B5EF4-FFF2-40B4-BE49-F238E27FC236}">
                <a16:creationId xmlns:a16="http://schemas.microsoft.com/office/drawing/2014/main" id="{CAE6CB7E-3B40-11A3-1BAD-6A73DF9D83C7}"/>
              </a:ext>
            </a:extLst>
          </p:cNvPr>
          <p:cNvSpPr>
            <a:spLocks noGrp="1"/>
          </p:cNvSpPr>
          <p:nvPr>
            <p:ph type="subTitle" idx="1" hasCustomPrompt="1"/>
          </p:nvPr>
        </p:nvSpPr>
        <p:spPr bwMode="gray">
          <a:xfrm>
            <a:off x="380047" y="3810000"/>
            <a:ext cx="11440477" cy="353943"/>
          </a:xfrm>
          <a:prstGeom prst="rect">
            <a:avLst/>
          </a:prstGeom>
        </p:spPr>
        <p:txBody>
          <a:bodyPr wrap="square" lIns="0" tIns="45720" rIns="0">
            <a:spAutoFit/>
          </a:bodyPr>
          <a:lstStyle>
            <a:lvl1pPr>
              <a:spcBef>
                <a:spcPts val="0"/>
              </a:spcBef>
              <a:spcAft>
                <a:spcPts val="0"/>
              </a:spcAft>
              <a:defRPr lang="en-GB" sz="2000" b="0" i="0" dirty="0">
                <a:solidFill>
                  <a:schemeClr val="tx1"/>
                </a:solidFill>
                <a:latin typeface="+mn-lt"/>
                <a:cs typeface="Arial" panose="020B0604020202020204" pitchFamily="34" charset="0"/>
              </a:defRPr>
            </a:lvl1pPr>
          </a:lstStyle>
          <a:p>
            <a:pPr lvl="0">
              <a:lnSpc>
                <a:spcPct val="100000"/>
              </a:lnSpc>
              <a:spcBef>
                <a:spcPts val="1000"/>
              </a:spcBef>
              <a:buFont typeface="Arial" panose="020B0604020202020204" pitchFamily="34" charset="0"/>
            </a:pPr>
            <a:r>
              <a:rPr lang="en-US"/>
              <a:t>Click to edit Master subtitle style</a:t>
            </a:r>
          </a:p>
        </p:txBody>
      </p:sp>
      <p:sp>
        <p:nvSpPr>
          <p:cNvPr id="8" name="Date Placeholder 3">
            <a:extLst>
              <a:ext uri="{FF2B5EF4-FFF2-40B4-BE49-F238E27FC236}">
                <a16:creationId xmlns:a16="http://schemas.microsoft.com/office/drawing/2014/main" id="{3FF38E4A-7B13-70A1-52C6-61A780336E87}"/>
              </a:ext>
            </a:extLst>
          </p:cNvPr>
          <p:cNvSpPr>
            <a:spLocks noGrp="1"/>
          </p:cNvSpPr>
          <p:nvPr>
            <p:ph type="dt" sz="half" idx="2"/>
          </p:nvPr>
        </p:nvSpPr>
        <p:spPr bwMode="gray">
          <a:xfrm>
            <a:off x="10898505" y="6563358"/>
            <a:ext cx="922020" cy="88901"/>
          </a:xfrm>
          <a:prstGeom prst="rect">
            <a:avLst/>
          </a:prstGeom>
          <a:ln>
            <a:noFill/>
          </a:ln>
        </p:spPr>
        <p:txBody>
          <a:bodyPr vert="horz" lIns="0" tIns="0" rIns="0" bIns="0" rtlCol="0" anchor="ctr">
            <a:noAutofit/>
          </a:bodyPr>
          <a:lstStyle>
            <a:lvl1pPr algn="r">
              <a:lnSpc>
                <a:spcPct val="100000"/>
              </a:lnSpc>
              <a:defRPr sz="1000">
                <a:solidFill>
                  <a:schemeClr val="tx1"/>
                </a:solidFill>
              </a:defRPr>
            </a:lvl1pPr>
          </a:lstStyle>
          <a:p>
            <a:fld id="{A90B7FC5-94F7-4B05-A1B4-E014DA15FA08}" type="datetime1">
              <a:rPr lang="en-US" smtClean="0"/>
              <a:t>3/12/2026</a:t>
            </a:fld>
            <a:endParaRPr lang="en-US"/>
          </a:p>
        </p:txBody>
      </p:sp>
      <p:sp>
        <p:nvSpPr>
          <p:cNvPr id="9" name="Footer Placeholder 4">
            <a:extLst>
              <a:ext uri="{FF2B5EF4-FFF2-40B4-BE49-F238E27FC236}">
                <a16:creationId xmlns:a16="http://schemas.microsoft.com/office/drawing/2014/main" id="{A3B868D7-8467-2439-DEEF-BBA9DFE908B8}"/>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1000">
                <a:solidFill>
                  <a:schemeClr val="tx1"/>
                </a:solidFill>
              </a:defRPr>
            </a:lvl1pPr>
          </a:lstStyle>
          <a:p>
            <a:r>
              <a:rPr lang="en-US"/>
              <a:t>© 2023 NTT DATA Business Solutions</a:t>
            </a:r>
          </a:p>
        </p:txBody>
      </p:sp>
      <p:sp>
        <p:nvSpPr>
          <p:cNvPr id="11" name="NTT DATA Global Logo" descr="NTT DATA Global Logo">
            <a:extLst>
              <a:ext uri="{FF2B5EF4-FFF2-40B4-BE49-F238E27FC236}">
                <a16:creationId xmlns:a16="http://schemas.microsoft.com/office/drawing/2014/main" id="{A2A24C7A-90C2-A7EA-697B-7A559561F657}"/>
              </a:ext>
            </a:extLst>
          </p:cNvPr>
          <p:cNvSpPr>
            <a:spLocks noGrp="1"/>
          </p:cNvSpPr>
          <p:nvPr>
            <p:ph type="body" sz="quarter" idx="15" hasCustomPrompt="1"/>
          </p:nvPr>
        </p:nvSpPr>
        <p:spPr bwMode="gray">
          <a:xfrm>
            <a:off x="371475" y="320040"/>
            <a:ext cx="1959724" cy="400077"/>
          </a:xfrm>
          <a:prstGeom prst="rect">
            <a:avLst/>
          </a:prstGeom>
          <a:blipFill dpi="0" rotWithShape="1">
            <a:blip r:embed="rId2"/>
            <a:srcRect/>
            <a:stretch>
              <a:fillRect/>
            </a:stretch>
          </a:blipFill>
        </p:spPr>
        <p:txBody>
          <a:bodyPr wrap="none" lIns="0" tIns="0" rIns="0" bIns="0"/>
          <a:lstStyle>
            <a:lvl1pPr>
              <a:defRPr sz="200">
                <a:solidFill>
                  <a:schemeClr val="accent2"/>
                </a:solidFill>
              </a:defRPr>
            </a:lvl1pPr>
            <a:lvl2pPr>
              <a:defRPr>
                <a:noFill/>
              </a:defRPr>
            </a:lvl2pPr>
            <a:lvl3pPr>
              <a:defRPr>
                <a:noFill/>
              </a:defRPr>
            </a:lvl3pPr>
            <a:lvl4pPr>
              <a:defRPr>
                <a:noFill/>
              </a:defRPr>
            </a:lvl4pPr>
            <a:lvl5pPr>
              <a:defRPr>
                <a:noFill/>
              </a:defRPr>
            </a:lvl5pPr>
          </a:lstStyle>
          <a:p>
            <a:pPr lvl="0"/>
            <a:r>
              <a:rPr lang="en-US"/>
              <a:t> </a:t>
            </a:r>
          </a:p>
        </p:txBody>
      </p:sp>
      <p:sp>
        <p:nvSpPr>
          <p:cNvPr id="4" name="Info box">
            <a:extLst>
              <a:ext uri="{FF2B5EF4-FFF2-40B4-BE49-F238E27FC236}">
                <a16:creationId xmlns:a16="http://schemas.microsoft.com/office/drawing/2014/main" id="{4E601763-0A29-584B-E5B8-0EC4B769B754}"/>
              </a:ext>
            </a:extLst>
          </p:cNvPr>
          <p:cNvSpPr>
            <a:spLocks noGrp="1"/>
          </p:cNvSpPr>
          <p:nvPr>
            <p:ph sz="quarter" idx="18" hasCustomPrompt="1"/>
          </p:nvPr>
        </p:nvSpPr>
        <p:spPr bwMode="gray">
          <a:xfrm>
            <a:off x="10176832" y="333376"/>
            <a:ext cx="1868023" cy="395869"/>
          </a:xfrm>
          <a:prstGeom prst="rect">
            <a:avLst/>
          </a:prstGeom>
          <a:ln>
            <a:noFill/>
          </a:ln>
        </p:spPr>
        <p:txBody>
          <a:bodyPr wrap="square" lIns="36000" tIns="36000" rIns="36000" bIns="36000">
            <a:spAutoFit/>
          </a:bodyPr>
          <a:lstStyle>
            <a:lvl1pPr>
              <a:lnSpc>
                <a:spcPct val="100000"/>
              </a:lnSpc>
              <a:spcBef>
                <a:spcPts val="0"/>
              </a:spcBef>
              <a:spcAft>
                <a:spcPts val="0"/>
              </a:spcAft>
              <a:defRPr sz="700">
                <a:solidFill>
                  <a:schemeClr val="tx1"/>
                </a:solidFill>
              </a:defRPr>
            </a:lvl1pPr>
          </a:lstStyle>
          <a:p>
            <a:pPr lvl="0"/>
            <a:r>
              <a:rPr lang="en-US" noProof="0"/>
              <a:t>Information Type:</a:t>
            </a:r>
            <a:br>
              <a:rPr lang="en-US" noProof="0"/>
            </a:br>
            <a:r>
              <a:rPr lang="en-US" noProof="0"/>
              <a:t>Company:  </a:t>
            </a:r>
            <a:br>
              <a:rPr lang="en-US" noProof="0"/>
            </a:br>
            <a:r>
              <a:rPr lang="en-US" noProof="0"/>
              <a:t>Information Owner:</a:t>
            </a:r>
          </a:p>
        </p:txBody>
      </p:sp>
    </p:spTree>
    <p:extLst>
      <p:ext uri="{BB962C8B-B14F-4D97-AF65-F5344CB8AC3E}">
        <p14:creationId xmlns:p14="http://schemas.microsoft.com/office/powerpoint/2010/main" val="247993551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_Cover_Dark_Image Bottom">
    <p:bg>
      <p:bgPr>
        <a:solidFill>
          <a:schemeClr val="bg1"/>
        </a:solidFill>
        <a:effectLst/>
      </p:bgPr>
    </p:bg>
    <p:spTree>
      <p:nvGrpSpPr>
        <p:cNvPr id="1" name=""/>
        <p:cNvGrpSpPr/>
        <p:nvPr/>
      </p:nvGrpSpPr>
      <p:grpSpPr>
        <a:xfrm>
          <a:off x="0" y="0"/>
          <a:ext cx="0" cy="0"/>
          <a:chOff x="0" y="0"/>
          <a:chExt cx="0" cy="0"/>
        </a:xfrm>
      </p:grpSpPr>
      <p:sp>
        <p:nvSpPr>
          <p:cNvPr id="2" name="Smart Navy SemiTrans Overlay">
            <a:extLst>
              <a:ext uri="{FF2B5EF4-FFF2-40B4-BE49-F238E27FC236}">
                <a16:creationId xmlns:a16="http://schemas.microsoft.com/office/drawing/2014/main" id="{814008A9-48D1-A825-2133-305473A22B10}"/>
              </a:ext>
            </a:extLst>
          </p:cNvPr>
          <p:cNvSpPr>
            <a:spLocks noGrp="1"/>
          </p:cNvSpPr>
          <p:nvPr>
            <p:ph type="body" sz="quarter" idx="25" hasCustomPrompt="1"/>
          </p:nvPr>
        </p:nvSpPr>
        <p:spPr bwMode="blackGray">
          <a:xfrm>
            <a:off x="0" y="3348318"/>
            <a:ext cx="12192000" cy="3509682"/>
          </a:xfrm>
          <a:prstGeom prst="rect">
            <a:avLst/>
          </a:prstGeom>
          <a:solidFill>
            <a:srgbClr val="050D24">
              <a:alpha val="57647"/>
            </a:srgbClr>
          </a:solidFill>
        </p:spPr>
        <p:txBody>
          <a:bodyPr/>
          <a:lstStyle>
            <a:lvl1pPr>
              <a:defRPr>
                <a:solidFill>
                  <a:schemeClr val="bg1"/>
                </a:solidFill>
              </a:defRPr>
            </a:lvl1pPr>
            <a:lvl2pPr marL="0" indent="0">
              <a:buNone/>
              <a:defRPr>
                <a:noFill/>
              </a:defRPr>
            </a:lvl2pPr>
            <a:lvl3pPr marL="216000" indent="0">
              <a:buFont typeface="Arial" panose="020B0604020202020204" pitchFamily="34" charset="0"/>
              <a:buNone/>
              <a:defRPr>
                <a:noFill/>
              </a:defRPr>
            </a:lvl3pPr>
            <a:lvl4pPr>
              <a:defRPr>
                <a:noFill/>
              </a:defRPr>
            </a:lvl4pPr>
            <a:lvl5pPr>
              <a:defRPr>
                <a:noFill/>
              </a:defRPr>
            </a:lvl5pPr>
          </a:lstStyle>
          <a:p>
            <a:pPr lvl="2"/>
            <a:r>
              <a:rPr lang="en-US"/>
              <a:t> </a:t>
            </a:r>
          </a:p>
        </p:txBody>
      </p:sp>
      <p:sp>
        <p:nvSpPr>
          <p:cNvPr id="6" name="Picture Placeholder 4">
            <a:extLst>
              <a:ext uri="{FF2B5EF4-FFF2-40B4-BE49-F238E27FC236}">
                <a16:creationId xmlns:a16="http://schemas.microsoft.com/office/drawing/2014/main" id="{64ED725C-5701-90B3-92A2-BAE98517DD4F}"/>
              </a:ext>
            </a:extLst>
          </p:cNvPr>
          <p:cNvSpPr>
            <a:spLocks noGrp="1"/>
          </p:cNvSpPr>
          <p:nvPr>
            <p:ph type="pic" sz="quarter" idx="13" hasCustomPrompt="1"/>
          </p:nvPr>
        </p:nvSpPr>
        <p:spPr bwMode="blackGray">
          <a:xfrm>
            <a:off x="0" y="3348318"/>
            <a:ext cx="12192000" cy="3509682"/>
          </a:xfrm>
          <a:prstGeom prst="rect">
            <a:avLst/>
          </a:prstGeom>
          <a:solidFill>
            <a:schemeClr val="accent6">
              <a:lumMod val="60000"/>
              <a:lumOff val="40000"/>
            </a:schemeClr>
          </a:solidFill>
        </p:spPr>
        <p:txBody>
          <a:bodyPr lIns="0" tIns="0" rIns="0" bIns="0" anchor="ctr"/>
          <a:lstStyle>
            <a:lvl1pPr marL="0" indent="0" algn="ctr">
              <a:buFontTx/>
              <a:buNone/>
              <a:defRPr sz="2400">
                <a:solidFill>
                  <a:schemeClr val="tx2"/>
                </a:solidFill>
                <a:latin typeface="+mn-lt"/>
              </a:defRPr>
            </a:lvl1pPr>
          </a:lstStyle>
          <a:p>
            <a:pPr marL="0" marR="0" lvl="0" indent="0" algn="ctr" defTabSz="914400" rtl="0" eaLnBrk="1" fontAlgn="auto" latinLnBrk="0" hangingPunct="1">
              <a:lnSpc>
                <a:spcPct val="100000"/>
              </a:lnSpc>
              <a:spcBef>
                <a:spcPts val="1000"/>
              </a:spcBef>
              <a:spcAft>
                <a:spcPts val="0"/>
              </a:spcAft>
              <a:buClrTx/>
              <a:buSzTx/>
              <a:buFontTx/>
              <a:buNone/>
              <a:tabLst/>
              <a:defRPr/>
            </a:pPr>
            <a:r>
              <a:rPr lang="en-US"/>
              <a:t>Click to add image.</a:t>
            </a:r>
            <a:br>
              <a:rPr lang="en-US"/>
            </a:br>
            <a:r>
              <a:rPr lang="en-US"/>
              <a:t>Then Reorder: Send to back</a:t>
            </a:r>
          </a:p>
        </p:txBody>
      </p:sp>
      <p:sp>
        <p:nvSpPr>
          <p:cNvPr id="9" name="SubTitle">
            <a:extLst>
              <a:ext uri="{FF2B5EF4-FFF2-40B4-BE49-F238E27FC236}">
                <a16:creationId xmlns:a16="http://schemas.microsoft.com/office/drawing/2014/main" id="{F84AF061-2BD7-B395-13B3-8F8BF417226F}"/>
              </a:ext>
            </a:extLst>
          </p:cNvPr>
          <p:cNvSpPr>
            <a:spLocks noGrp="1"/>
          </p:cNvSpPr>
          <p:nvPr>
            <p:ph type="body" sz="quarter" idx="16" hasCustomPrompt="1"/>
          </p:nvPr>
        </p:nvSpPr>
        <p:spPr bwMode="blackGray">
          <a:xfrm>
            <a:off x="371475" y="2096604"/>
            <a:ext cx="11449049" cy="609600"/>
          </a:xfrm>
          <a:prstGeom prst="rect">
            <a:avLst/>
          </a:prstGeom>
        </p:spPr>
        <p:txBody>
          <a:bodyPr lIns="0" rIns="0"/>
          <a:lstStyle>
            <a:lvl1pPr marL="0" indent="0">
              <a:lnSpc>
                <a:spcPct val="100000"/>
              </a:lnSpc>
              <a:spcAft>
                <a:spcPts val="0"/>
              </a:spcAft>
              <a:buFont typeface="Arial" panose="020B0604020202020204" pitchFamily="34" charset="0"/>
              <a:buNone/>
              <a:defRPr sz="2000">
                <a:solidFill>
                  <a:schemeClr val="tx1"/>
                </a:solidFill>
              </a:defRPr>
            </a:lvl1pPr>
            <a:lvl2pPr marL="457200" indent="0">
              <a:buFont typeface="Arial" panose="020B0604020202020204" pitchFamily="34" charset="0"/>
              <a:buNone/>
              <a:defRPr/>
            </a:lvl2pPr>
            <a:lvl3pPr marL="914400" indent="0">
              <a:buNone/>
              <a:defRPr/>
            </a:lvl3pPr>
            <a:lvl4pPr marL="1371600" indent="0">
              <a:buNone/>
              <a:defRPr/>
            </a:lvl4pPr>
            <a:lvl5pPr marL="1828800" indent="0">
              <a:buNone/>
              <a:defRPr/>
            </a:lvl5pPr>
          </a:lstStyle>
          <a:p>
            <a:pPr lvl="0"/>
            <a:r>
              <a:rPr lang="en-US"/>
              <a:t>Click to enter the subtitle text</a:t>
            </a:r>
          </a:p>
        </p:txBody>
      </p:sp>
      <p:sp>
        <p:nvSpPr>
          <p:cNvPr id="7" name="MainTitle">
            <a:extLst>
              <a:ext uri="{FF2B5EF4-FFF2-40B4-BE49-F238E27FC236}">
                <a16:creationId xmlns:a16="http://schemas.microsoft.com/office/drawing/2014/main" id="{6B8D68FD-3EFC-86B8-83A6-942558B1B307}"/>
              </a:ext>
            </a:extLst>
          </p:cNvPr>
          <p:cNvSpPr>
            <a:spLocks noGrp="1"/>
          </p:cNvSpPr>
          <p:nvPr>
            <p:ph type="title" hasCustomPrompt="1"/>
          </p:nvPr>
        </p:nvSpPr>
        <p:spPr bwMode="blackGray">
          <a:xfrm>
            <a:off x="371475" y="1412875"/>
            <a:ext cx="11449050" cy="651610"/>
          </a:xfrm>
        </p:spPr>
        <p:txBody>
          <a:bodyPr/>
          <a:lstStyle>
            <a:lvl1pPr>
              <a:defRPr sz="4400" b="0">
                <a:solidFill>
                  <a:schemeClr val="tx1"/>
                </a:solidFill>
              </a:defRPr>
            </a:lvl1pPr>
          </a:lstStyle>
          <a:p>
            <a:r>
              <a:rPr lang="en-US"/>
              <a:t>Click to edit title</a:t>
            </a:r>
          </a:p>
        </p:txBody>
      </p:sp>
      <p:sp>
        <p:nvSpPr>
          <p:cNvPr id="10" name="Date Placeholder 3">
            <a:extLst>
              <a:ext uri="{FF2B5EF4-FFF2-40B4-BE49-F238E27FC236}">
                <a16:creationId xmlns:a16="http://schemas.microsoft.com/office/drawing/2014/main" id="{C245BFAB-6256-BF35-C9F5-6D558800765A}"/>
              </a:ext>
            </a:extLst>
          </p:cNvPr>
          <p:cNvSpPr>
            <a:spLocks noGrp="1"/>
          </p:cNvSpPr>
          <p:nvPr>
            <p:ph type="dt" sz="half" idx="2"/>
          </p:nvPr>
        </p:nvSpPr>
        <p:spPr bwMode="blackGray">
          <a:xfrm>
            <a:off x="11031855" y="3147301"/>
            <a:ext cx="788669" cy="88901"/>
          </a:xfrm>
          <a:prstGeom prst="rect">
            <a:avLst/>
          </a:prstGeom>
          <a:ln>
            <a:noFill/>
          </a:ln>
        </p:spPr>
        <p:txBody>
          <a:bodyPr vert="horz" lIns="0" tIns="0" rIns="0" bIns="0" rtlCol="0" anchor="ctr">
            <a:noAutofit/>
          </a:bodyPr>
          <a:lstStyle>
            <a:lvl1pPr algn="r">
              <a:lnSpc>
                <a:spcPct val="100000"/>
              </a:lnSpc>
              <a:defRPr sz="1000">
                <a:solidFill>
                  <a:schemeClr val="tx1"/>
                </a:solidFill>
              </a:defRPr>
            </a:lvl1pPr>
          </a:lstStyle>
          <a:p>
            <a:fld id="{568EAFB9-D5F6-4ECB-8701-BE3A6EB65491}" type="datetime1">
              <a:rPr lang="en-US" smtClean="0"/>
              <a:t>3/12/2026</a:t>
            </a:fld>
            <a:endParaRPr lang="en-US"/>
          </a:p>
        </p:txBody>
      </p:sp>
      <p:sp>
        <p:nvSpPr>
          <p:cNvPr id="15" name="Footer Placeholder 4">
            <a:extLst>
              <a:ext uri="{FF2B5EF4-FFF2-40B4-BE49-F238E27FC236}">
                <a16:creationId xmlns:a16="http://schemas.microsoft.com/office/drawing/2014/main" id="{F45B6080-7233-0809-75A8-E904530DE071}"/>
              </a:ext>
            </a:extLst>
          </p:cNvPr>
          <p:cNvSpPr>
            <a:spLocks noGrp="1"/>
          </p:cNvSpPr>
          <p:nvPr>
            <p:ph type="ftr" sz="quarter" idx="3"/>
          </p:nvPr>
        </p:nvSpPr>
        <p:spPr bwMode="blackGray">
          <a:xfrm>
            <a:off x="371475" y="3147301"/>
            <a:ext cx="5716905" cy="88901"/>
          </a:xfrm>
          <a:prstGeom prst="rect">
            <a:avLst/>
          </a:prstGeom>
          <a:ln>
            <a:noFill/>
          </a:ln>
        </p:spPr>
        <p:txBody>
          <a:bodyPr vert="horz" lIns="0" tIns="0" rIns="0" bIns="0" rtlCol="0" anchor="ctr">
            <a:noAutofit/>
          </a:bodyPr>
          <a:lstStyle>
            <a:lvl1pPr algn="l">
              <a:lnSpc>
                <a:spcPct val="100000"/>
              </a:lnSpc>
              <a:defRPr sz="1000">
                <a:solidFill>
                  <a:schemeClr val="tx1"/>
                </a:solidFill>
              </a:defRPr>
            </a:lvl1pPr>
          </a:lstStyle>
          <a:p>
            <a:r>
              <a:rPr lang="en-US"/>
              <a:t>© 2023 NTT DATA Business Solutions</a:t>
            </a:r>
          </a:p>
        </p:txBody>
      </p:sp>
      <p:sp>
        <p:nvSpPr>
          <p:cNvPr id="5" name="Innovation Curve Over v02">
            <a:extLst>
              <a:ext uri="{FF2B5EF4-FFF2-40B4-BE49-F238E27FC236}">
                <a16:creationId xmlns:a16="http://schemas.microsoft.com/office/drawing/2014/main" id="{7A6AA644-177D-9E4C-8A3F-250C66632BB5}"/>
              </a:ext>
            </a:extLst>
          </p:cNvPr>
          <p:cNvSpPr>
            <a:spLocks noGrp="1"/>
          </p:cNvSpPr>
          <p:nvPr>
            <p:ph type="body" sz="quarter" idx="24" hasCustomPrompt="1"/>
          </p:nvPr>
        </p:nvSpPr>
        <p:spPr bwMode="blackGray">
          <a:xfrm>
            <a:off x="9067800" y="3733800"/>
            <a:ext cx="2752725" cy="2743200"/>
          </a:xfrm>
          <a:blipFill>
            <a:blip r:embed="rId2"/>
            <a:stretch>
              <a:fillRect/>
            </a:stretch>
          </a:blipFill>
        </p:spPr>
        <p:txBody>
          <a:bodyPr/>
          <a:lstStyle>
            <a:lvl1pPr>
              <a:defRPr sz="200"/>
            </a:lvl1pPr>
            <a:lvl2pPr>
              <a:defRPr sz="200"/>
            </a:lvl2pPr>
            <a:lvl3pPr>
              <a:defRPr sz="200"/>
            </a:lvl3pPr>
            <a:lvl4pPr>
              <a:defRPr sz="200"/>
            </a:lvl4pPr>
            <a:lvl5pPr>
              <a:defRPr sz="200"/>
            </a:lvl5pPr>
          </a:lstStyle>
          <a:p>
            <a:pPr lvl="0"/>
            <a:r>
              <a:rPr lang="de-DE"/>
              <a:t>.    </a:t>
            </a:r>
          </a:p>
        </p:txBody>
      </p:sp>
      <p:sp>
        <p:nvSpPr>
          <p:cNvPr id="14" name="NTT DATA Global Logo" descr="NTT DATA Global Logo">
            <a:extLst>
              <a:ext uri="{FF2B5EF4-FFF2-40B4-BE49-F238E27FC236}">
                <a16:creationId xmlns:a16="http://schemas.microsoft.com/office/drawing/2014/main" id="{94BFDE7A-6BFD-69BD-47EF-32959BB94847}"/>
              </a:ext>
            </a:extLst>
          </p:cNvPr>
          <p:cNvSpPr>
            <a:spLocks noGrp="1"/>
          </p:cNvSpPr>
          <p:nvPr>
            <p:ph type="body" sz="quarter" idx="15" hasCustomPrompt="1"/>
          </p:nvPr>
        </p:nvSpPr>
        <p:spPr bwMode="blackGray">
          <a:xfrm>
            <a:off x="371475" y="320040"/>
            <a:ext cx="1959724" cy="400077"/>
          </a:xfrm>
          <a:prstGeom prst="rect">
            <a:avLst/>
          </a:prstGeom>
          <a:blipFill dpi="0" rotWithShape="1">
            <a:blip r:embed="rId3"/>
            <a:srcRect/>
            <a:stretch>
              <a:fillRect/>
            </a:stretch>
          </a:blipFill>
        </p:spPr>
        <p:txBody>
          <a:bodyPr wrap="none" lIns="0" tIns="0" rIns="0" bIns="0"/>
          <a:lstStyle>
            <a:lvl1pPr>
              <a:defRPr sz="200">
                <a:solidFill>
                  <a:schemeClr val="tx1"/>
                </a:solidFill>
              </a:defRPr>
            </a:lvl1pPr>
            <a:lvl2pPr>
              <a:defRPr>
                <a:noFill/>
              </a:defRPr>
            </a:lvl2pPr>
            <a:lvl3pPr>
              <a:defRPr>
                <a:noFill/>
              </a:defRPr>
            </a:lvl3pPr>
            <a:lvl4pPr>
              <a:defRPr>
                <a:noFill/>
              </a:defRPr>
            </a:lvl4pPr>
            <a:lvl5pPr>
              <a:defRPr>
                <a:noFill/>
              </a:defRPr>
            </a:lvl5pPr>
          </a:lstStyle>
          <a:p>
            <a:pPr lvl="0"/>
            <a:r>
              <a:rPr lang="en-US"/>
              <a:t> </a:t>
            </a:r>
          </a:p>
        </p:txBody>
      </p:sp>
      <p:sp>
        <p:nvSpPr>
          <p:cNvPr id="8" name="Info box">
            <a:extLst>
              <a:ext uri="{FF2B5EF4-FFF2-40B4-BE49-F238E27FC236}">
                <a16:creationId xmlns:a16="http://schemas.microsoft.com/office/drawing/2014/main" id="{AE1EAEE1-83E0-EC11-9F89-70F17E559B64}"/>
              </a:ext>
            </a:extLst>
          </p:cNvPr>
          <p:cNvSpPr>
            <a:spLocks noGrp="1"/>
          </p:cNvSpPr>
          <p:nvPr>
            <p:ph sz="quarter" idx="18" hasCustomPrompt="1"/>
          </p:nvPr>
        </p:nvSpPr>
        <p:spPr bwMode="blackGray">
          <a:xfrm>
            <a:off x="10176832" y="333376"/>
            <a:ext cx="1868023" cy="395869"/>
          </a:xfrm>
          <a:prstGeom prst="rect">
            <a:avLst/>
          </a:prstGeom>
          <a:ln>
            <a:noFill/>
          </a:ln>
        </p:spPr>
        <p:txBody>
          <a:bodyPr wrap="square" lIns="36000" tIns="36000" rIns="36000" bIns="36000">
            <a:spAutoFit/>
          </a:bodyPr>
          <a:lstStyle>
            <a:lvl1pPr>
              <a:lnSpc>
                <a:spcPct val="100000"/>
              </a:lnSpc>
              <a:spcBef>
                <a:spcPts val="0"/>
              </a:spcBef>
              <a:spcAft>
                <a:spcPts val="0"/>
              </a:spcAft>
              <a:defRPr sz="700">
                <a:solidFill>
                  <a:schemeClr val="tx1"/>
                </a:solidFill>
              </a:defRPr>
            </a:lvl1pPr>
          </a:lstStyle>
          <a:p>
            <a:pPr lvl="0"/>
            <a:r>
              <a:rPr lang="en-US" noProof="0"/>
              <a:t>Information Type:</a:t>
            </a:r>
            <a:br>
              <a:rPr lang="en-US" noProof="0"/>
            </a:br>
            <a:r>
              <a:rPr lang="en-US" noProof="0"/>
              <a:t>Company:  </a:t>
            </a:r>
            <a:br>
              <a:rPr lang="en-US" noProof="0"/>
            </a:br>
            <a:r>
              <a:rPr lang="en-US" noProof="0"/>
              <a:t>Information Owner:</a:t>
            </a:r>
          </a:p>
        </p:txBody>
      </p:sp>
    </p:spTree>
    <p:extLst>
      <p:ext uri="{BB962C8B-B14F-4D97-AF65-F5344CB8AC3E}">
        <p14:creationId xmlns:p14="http://schemas.microsoft.com/office/powerpoint/2010/main" val="263202536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B_Divider_Image Left Dark">
    <p:bg bwMode="gray">
      <p:bgPr>
        <a:solidFill>
          <a:schemeClr val="bg1"/>
        </a:solidFill>
        <a:effectLst/>
      </p:bgPr>
    </p:bg>
    <p:spTree>
      <p:nvGrpSpPr>
        <p:cNvPr id="1" name=""/>
        <p:cNvGrpSpPr/>
        <p:nvPr/>
      </p:nvGrpSpPr>
      <p:grpSpPr>
        <a:xfrm>
          <a:off x="0" y="0"/>
          <a:ext cx="0" cy="0"/>
          <a:chOff x="0" y="0"/>
          <a:chExt cx="0" cy="0"/>
        </a:xfrm>
      </p:grpSpPr>
      <p:sp>
        <p:nvSpPr>
          <p:cNvPr id="14" name="Title">
            <a:extLst>
              <a:ext uri="{FF2B5EF4-FFF2-40B4-BE49-F238E27FC236}">
                <a16:creationId xmlns:a16="http://schemas.microsoft.com/office/drawing/2014/main" id="{597D1B3A-E1F6-AFF4-3A3F-A37A17CBCB29}"/>
              </a:ext>
            </a:extLst>
          </p:cNvPr>
          <p:cNvSpPr>
            <a:spLocks noGrp="1"/>
          </p:cNvSpPr>
          <p:nvPr>
            <p:ph type="title" hasCustomPrompt="1"/>
          </p:nvPr>
        </p:nvSpPr>
        <p:spPr bwMode="gray">
          <a:xfrm>
            <a:off x="4495800" y="2286000"/>
            <a:ext cx="7315200" cy="3951288"/>
          </a:xfrm>
        </p:spPr>
        <p:txBody>
          <a:bodyPr/>
          <a:lstStyle>
            <a:lvl1pPr>
              <a:defRPr sz="4800">
                <a:solidFill>
                  <a:schemeClr val="tx1"/>
                </a:solidFill>
              </a:defRPr>
            </a:lvl1pPr>
          </a:lstStyle>
          <a:p>
            <a:r>
              <a:rPr lang="en-US"/>
              <a:t>Divider Page Text</a:t>
            </a:r>
          </a:p>
        </p:txBody>
      </p:sp>
      <p:sp>
        <p:nvSpPr>
          <p:cNvPr id="15" name="Section Number">
            <a:extLst>
              <a:ext uri="{FF2B5EF4-FFF2-40B4-BE49-F238E27FC236}">
                <a16:creationId xmlns:a16="http://schemas.microsoft.com/office/drawing/2014/main" id="{353938DB-D71F-BCC9-253A-E90421933DD0}"/>
              </a:ext>
            </a:extLst>
          </p:cNvPr>
          <p:cNvSpPr>
            <a:spLocks noGrp="1"/>
          </p:cNvSpPr>
          <p:nvPr>
            <p:ph type="body" sz="quarter" idx="13" hasCustomPrompt="1"/>
          </p:nvPr>
        </p:nvSpPr>
        <p:spPr bwMode="gray">
          <a:xfrm>
            <a:off x="4495800" y="685800"/>
            <a:ext cx="7315200" cy="1447800"/>
          </a:xfrm>
          <a:prstGeom prst="rect">
            <a:avLst/>
          </a:prstGeom>
        </p:spPr>
        <p:txBody>
          <a:bodyPr lIns="0" tIns="45720" rIns="0"/>
          <a:lstStyle>
            <a:lvl1pPr>
              <a:defRPr lang="en-US" sz="9600" b="1" dirty="0" smtClean="0">
                <a:solidFill>
                  <a:schemeClr val="accent1"/>
                </a:solidFill>
              </a:defRPr>
            </a:lvl1pPr>
          </a:lstStyle>
          <a:p>
            <a:pPr lvl="0">
              <a:lnSpc>
                <a:spcPct val="100000"/>
              </a:lnSpc>
            </a:pPr>
            <a:r>
              <a:rPr lang="en-US"/>
              <a:t>#</a:t>
            </a:r>
          </a:p>
        </p:txBody>
      </p:sp>
      <p:sp>
        <p:nvSpPr>
          <p:cNvPr id="16" name="Picture Placeholder 4">
            <a:extLst>
              <a:ext uri="{FF2B5EF4-FFF2-40B4-BE49-F238E27FC236}">
                <a16:creationId xmlns:a16="http://schemas.microsoft.com/office/drawing/2014/main" id="{CBAA2EA5-06E3-8691-22FA-AE783265C861}"/>
              </a:ext>
            </a:extLst>
          </p:cNvPr>
          <p:cNvSpPr>
            <a:spLocks noGrp="1"/>
          </p:cNvSpPr>
          <p:nvPr>
            <p:ph type="pic" sz="quarter" idx="12" hasCustomPrompt="1"/>
          </p:nvPr>
        </p:nvSpPr>
        <p:spPr bwMode="gray">
          <a:xfrm>
            <a:off x="0" y="0"/>
            <a:ext cx="4038600" cy="6858000"/>
          </a:xfrm>
          <a:prstGeom prst="rect">
            <a:avLst/>
          </a:prstGeom>
          <a:solidFill>
            <a:schemeClr val="accent6"/>
          </a:solidFill>
        </p:spPr>
        <p:txBody>
          <a:bodyPr tIns="2743200"/>
          <a:lstStyle>
            <a:lvl1pPr marL="0" indent="0" algn="ctr">
              <a:buNone/>
              <a:defRPr sz="2000">
                <a:solidFill>
                  <a:schemeClr val="bg1"/>
                </a:solidFill>
              </a:defRPr>
            </a:lvl1pPr>
          </a:lstStyle>
          <a:p>
            <a:r>
              <a:rPr lang="en-US"/>
              <a:t>Click to add picture</a:t>
            </a:r>
          </a:p>
        </p:txBody>
      </p:sp>
      <p:sp>
        <p:nvSpPr>
          <p:cNvPr id="6" name="Text Placeholder 5">
            <a:extLst>
              <a:ext uri="{FF2B5EF4-FFF2-40B4-BE49-F238E27FC236}">
                <a16:creationId xmlns:a16="http://schemas.microsoft.com/office/drawing/2014/main" id="{84E201FA-14DE-26F5-5B59-34540918F7C3}"/>
              </a:ext>
            </a:extLst>
          </p:cNvPr>
          <p:cNvSpPr>
            <a:spLocks noGrp="1"/>
          </p:cNvSpPr>
          <p:nvPr>
            <p:ph type="body" sz="quarter" idx="27" hasCustomPrompt="1"/>
          </p:nvPr>
        </p:nvSpPr>
        <p:spPr bwMode="gray">
          <a:xfrm>
            <a:off x="0" y="5202000"/>
            <a:ext cx="4038600" cy="1656000"/>
          </a:xfrm>
          <a:prstGeom prst="rect">
            <a:avLst/>
          </a:prstGeom>
          <a:gradFill>
            <a:gsLst>
              <a:gs pos="0">
                <a:schemeClr val="bg1"/>
              </a:gs>
              <a:gs pos="80000">
                <a:schemeClr val="bg1">
                  <a:alpha val="0"/>
                </a:schemeClr>
              </a:gs>
            </a:gsLst>
            <a:lin ang="16200000" scaled="1"/>
          </a:gradFill>
        </p:spPr>
        <p:txBody>
          <a:bodyPr vert="horz" wrap="square" lIns="0" tIns="0" rIns="0" bIns="0" rtlCol="0">
            <a:noAutofit/>
          </a:bodyPr>
          <a:lstStyle>
            <a:lvl1pPr>
              <a:defRPr lang="en-US" sz="100" dirty="0"/>
            </a:lvl1pPr>
          </a:lstStyle>
          <a:p>
            <a:pPr lvl="0"/>
            <a:r>
              <a:rPr lang="en-US"/>
              <a:t> </a:t>
            </a:r>
          </a:p>
        </p:txBody>
      </p:sp>
      <p:sp>
        <p:nvSpPr>
          <p:cNvPr id="3" name="Slide Number Placeholder 5">
            <a:extLst>
              <a:ext uri="{FF2B5EF4-FFF2-40B4-BE49-F238E27FC236}">
                <a16:creationId xmlns:a16="http://schemas.microsoft.com/office/drawing/2014/main" id="{B6615A63-B90D-3E21-FFCC-8BD272C8F67E}"/>
              </a:ext>
            </a:extLst>
          </p:cNvPr>
          <p:cNvSpPr>
            <a:spLocks noGrp="1"/>
          </p:cNvSpPr>
          <p:nvPr>
            <p:ph type="sldNum" sz="quarter" idx="4"/>
          </p:nvPr>
        </p:nvSpPr>
        <p:spPr bwMode="gray">
          <a:xfrm>
            <a:off x="7777162"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a:p>
        </p:txBody>
      </p:sp>
      <p:sp>
        <p:nvSpPr>
          <p:cNvPr id="4" name="Footer Placeholder 4">
            <a:extLst>
              <a:ext uri="{FF2B5EF4-FFF2-40B4-BE49-F238E27FC236}">
                <a16:creationId xmlns:a16="http://schemas.microsoft.com/office/drawing/2014/main" id="{75F0D2DC-FE73-D4FE-FDBD-22395D919787}"/>
              </a:ext>
            </a:extLst>
          </p:cNvPr>
          <p:cNvSpPr>
            <a:spLocks noGrp="1"/>
          </p:cNvSpPr>
          <p:nvPr>
            <p:ph type="ftr" sz="quarter" idx="3"/>
          </p:nvPr>
        </p:nvSpPr>
        <p:spPr bwMode="gray">
          <a:xfrm>
            <a:off x="4495800" y="6563358"/>
            <a:ext cx="3202940"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a:t>© 2023 NTT DATA Business Solutions</a:t>
            </a:r>
          </a:p>
        </p:txBody>
      </p:sp>
    </p:spTree>
    <p:extLst>
      <p:ext uri="{BB962C8B-B14F-4D97-AF65-F5344CB8AC3E}">
        <p14:creationId xmlns:p14="http://schemas.microsoft.com/office/powerpoint/2010/main" val="275386427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_Divider_InnovationCurve on Right Dark">
    <p:bg bwMode="gray">
      <p:bgPr>
        <a:solidFill>
          <a:schemeClr val="bg1"/>
        </a:solidFill>
        <a:effectLst/>
      </p:bgPr>
    </p:bg>
    <p:spTree>
      <p:nvGrpSpPr>
        <p:cNvPr id="1" name=""/>
        <p:cNvGrpSpPr/>
        <p:nvPr/>
      </p:nvGrpSpPr>
      <p:grpSpPr>
        <a:xfrm>
          <a:off x="0" y="0"/>
          <a:ext cx="0" cy="0"/>
          <a:chOff x="0" y="0"/>
          <a:chExt cx="0" cy="0"/>
        </a:xfrm>
      </p:grpSpPr>
      <p:sp>
        <p:nvSpPr>
          <p:cNvPr id="14" name="Title">
            <a:extLst>
              <a:ext uri="{FF2B5EF4-FFF2-40B4-BE49-F238E27FC236}">
                <a16:creationId xmlns:a16="http://schemas.microsoft.com/office/drawing/2014/main" id="{597D1B3A-E1F6-AFF4-3A3F-A37A17CBCB29}"/>
              </a:ext>
            </a:extLst>
          </p:cNvPr>
          <p:cNvSpPr>
            <a:spLocks noGrp="1"/>
          </p:cNvSpPr>
          <p:nvPr>
            <p:ph type="title" hasCustomPrompt="1"/>
          </p:nvPr>
        </p:nvSpPr>
        <p:spPr bwMode="gray">
          <a:xfrm>
            <a:off x="371475" y="2286000"/>
            <a:ext cx="7315200" cy="3886200"/>
          </a:xfrm>
        </p:spPr>
        <p:txBody>
          <a:bodyPr/>
          <a:lstStyle>
            <a:lvl1pPr>
              <a:defRPr sz="4000">
                <a:solidFill>
                  <a:schemeClr val="tx1"/>
                </a:solidFill>
              </a:defRPr>
            </a:lvl1pPr>
          </a:lstStyle>
          <a:p>
            <a:r>
              <a:rPr lang="en-US"/>
              <a:t>Divider Page</a:t>
            </a:r>
          </a:p>
        </p:txBody>
      </p:sp>
      <p:sp>
        <p:nvSpPr>
          <p:cNvPr id="15" name="Section Number">
            <a:extLst>
              <a:ext uri="{FF2B5EF4-FFF2-40B4-BE49-F238E27FC236}">
                <a16:creationId xmlns:a16="http://schemas.microsoft.com/office/drawing/2014/main" id="{353938DB-D71F-BCC9-253A-E90421933DD0}"/>
              </a:ext>
            </a:extLst>
          </p:cNvPr>
          <p:cNvSpPr>
            <a:spLocks noGrp="1"/>
          </p:cNvSpPr>
          <p:nvPr>
            <p:ph type="body" sz="quarter" idx="13" hasCustomPrompt="1"/>
          </p:nvPr>
        </p:nvSpPr>
        <p:spPr bwMode="gray">
          <a:xfrm>
            <a:off x="371475" y="685800"/>
            <a:ext cx="7315200" cy="1447800"/>
          </a:xfrm>
          <a:prstGeom prst="rect">
            <a:avLst/>
          </a:prstGeom>
        </p:spPr>
        <p:txBody>
          <a:bodyPr lIns="0" tIns="45720" rIns="0"/>
          <a:lstStyle>
            <a:lvl1pPr>
              <a:defRPr lang="en-US" sz="9600" b="1" dirty="0" smtClean="0">
                <a:solidFill>
                  <a:schemeClr val="accent1"/>
                </a:solidFill>
              </a:defRPr>
            </a:lvl1pPr>
          </a:lstStyle>
          <a:p>
            <a:pPr lvl="0">
              <a:lnSpc>
                <a:spcPct val="100000"/>
              </a:lnSpc>
            </a:pPr>
            <a:r>
              <a:rPr lang="en-US"/>
              <a:t>#</a:t>
            </a:r>
          </a:p>
        </p:txBody>
      </p:sp>
      <p:sp>
        <p:nvSpPr>
          <p:cNvPr id="4" name="Footer Placeholder 4">
            <a:extLst>
              <a:ext uri="{FF2B5EF4-FFF2-40B4-BE49-F238E27FC236}">
                <a16:creationId xmlns:a16="http://schemas.microsoft.com/office/drawing/2014/main" id="{07D78CB3-8E2A-426A-73F0-19178ABAAB0D}"/>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a:t>© 2023 NTT DATA Business Solutions</a:t>
            </a:r>
            <a:endParaRPr lang="pt-BR"/>
          </a:p>
        </p:txBody>
      </p:sp>
      <p:sp>
        <p:nvSpPr>
          <p:cNvPr id="5" name="Slide Number Placeholder 5">
            <a:extLst>
              <a:ext uri="{FF2B5EF4-FFF2-40B4-BE49-F238E27FC236}">
                <a16:creationId xmlns:a16="http://schemas.microsoft.com/office/drawing/2014/main" id="{90D19329-B7C0-CE48-A2F3-05D87FD03717}"/>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a:p>
        </p:txBody>
      </p:sp>
      <p:pic>
        <p:nvPicPr>
          <p:cNvPr id="8" name="Innovation Curve">
            <a:extLst>
              <a:ext uri="{FF2B5EF4-FFF2-40B4-BE49-F238E27FC236}">
                <a16:creationId xmlns:a16="http://schemas.microsoft.com/office/drawing/2014/main" id="{8FAD0C94-F295-1BA4-75E9-C0403855E0F0}"/>
              </a:ext>
            </a:extLst>
          </p:cNvPr>
          <p:cNvPicPr>
            <a:picLocks noChangeAspect="1"/>
          </p:cNvPicPr>
          <p:nvPr userDrawn="1"/>
        </p:nvPicPr>
        <p:blipFill>
          <a:blip r:embed="rId2"/>
          <a:stretch>
            <a:fillRect/>
          </a:stretch>
        </p:blipFill>
        <p:spPr bwMode="gray">
          <a:xfrm>
            <a:off x="7940970" y="2281852"/>
            <a:ext cx="3879556" cy="3890348"/>
          </a:xfrm>
          <a:prstGeom prst="rect">
            <a:avLst/>
          </a:prstGeom>
        </p:spPr>
      </p:pic>
    </p:spTree>
    <p:extLst>
      <p:ext uri="{BB962C8B-B14F-4D97-AF65-F5344CB8AC3E}">
        <p14:creationId xmlns:p14="http://schemas.microsoft.com/office/powerpoint/2010/main" val="22452153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_Divider_Innovation Curve Image Left Dark">
    <p:bg bwMode="gray">
      <p:bgPr>
        <a:solidFill>
          <a:schemeClr val="bg1"/>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A725B5FD-E0E9-1E4B-5EFE-D46E0910A6CB}"/>
              </a:ext>
            </a:extLst>
          </p:cNvPr>
          <p:cNvSpPr>
            <a:spLocks noGrp="1"/>
          </p:cNvSpPr>
          <p:nvPr>
            <p:ph type="title" hasCustomPrompt="1"/>
          </p:nvPr>
        </p:nvSpPr>
        <p:spPr bwMode="gray">
          <a:xfrm>
            <a:off x="4495800" y="2433116"/>
            <a:ext cx="7315200" cy="3739084"/>
          </a:xfrm>
        </p:spPr>
        <p:txBody>
          <a:bodyPr/>
          <a:lstStyle>
            <a:lvl1pPr>
              <a:defRPr sz="4000">
                <a:solidFill>
                  <a:schemeClr val="tx1"/>
                </a:solidFill>
              </a:defRPr>
            </a:lvl1pPr>
          </a:lstStyle>
          <a:p>
            <a:r>
              <a:rPr lang="en-US"/>
              <a:t>Divider Page</a:t>
            </a:r>
          </a:p>
        </p:txBody>
      </p:sp>
      <p:sp>
        <p:nvSpPr>
          <p:cNvPr id="12" name="Section Number">
            <a:extLst>
              <a:ext uri="{FF2B5EF4-FFF2-40B4-BE49-F238E27FC236}">
                <a16:creationId xmlns:a16="http://schemas.microsoft.com/office/drawing/2014/main" id="{4337322C-F1A6-A8D5-2662-80C365ECE1C8}"/>
              </a:ext>
            </a:extLst>
          </p:cNvPr>
          <p:cNvSpPr>
            <a:spLocks noGrp="1"/>
          </p:cNvSpPr>
          <p:nvPr>
            <p:ph type="body" sz="quarter" idx="12" hasCustomPrompt="1"/>
          </p:nvPr>
        </p:nvSpPr>
        <p:spPr bwMode="gray">
          <a:xfrm>
            <a:off x="4495800" y="685800"/>
            <a:ext cx="7315200" cy="1447800"/>
          </a:xfrm>
          <a:prstGeom prst="rect">
            <a:avLst/>
          </a:prstGeom>
        </p:spPr>
        <p:txBody>
          <a:bodyPr lIns="0" tIns="45720" rIns="0"/>
          <a:lstStyle>
            <a:lvl1pPr>
              <a:defRPr lang="en-US" sz="9600" b="1" dirty="0" smtClean="0">
                <a:solidFill>
                  <a:schemeClr val="accent1"/>
                </a:solidFill>
              </a:defRPr>
            </a:lvl1pPr>
          </a:lstStyle>
          <a:p>
            <a:pPr lvl="0">
              <a:lnSpc>
                <a:spcPct val="100000"/>
              </a:lnSpc>
            </a:pPr>
            <a:r>
              <a:rPr lang="en-US"/>
              <a:t>#</a:t>
            </a:r>
          </a:p>
        </p:txBody>
      </p:sp>
      <p:sp>
        <p:nvSpPr>
          <p:cNvPr id="11" name="Footer Placeholder 4">
            <a:extLst>
              <a:ext uri="{FF2B5EF4-FFF2-40B4-BE49-F238E27FC236}">
                <a16:creationId xmlns:a16="http://schemas.microsoft.com/office/drawing/2014/main" id="{8795E080-1F31-4238-044C-F377C0E2532A}"/>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a:t>© 2023 NTT DATA Business Solutions</a:t>
            </a:r>
          </a:p>
        </p:txBody>
      </p:sp>
      <p:sp>
        <p:nvSpPr>
          <p:cNvPr id="13" name="Slide Number Placeholder 5">
            <a:extLst>
              <a:ext uri="{FF2B5EF4-FFF2-40B4-BE49-F238E27FC236}">
                <a16:creationId xmlns:a16="http://schemas.microsoft.com/office/drawing/2014/main" id="{5ACFAEF6-C002-CEF8-D12E-35B10EFF2EE1}"/>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a:p>
        </p:txBody>
      </p:sp>
      <p:pic>
        <p:nvPicPr>
          <p:cNvPr id="3" name="Picture 6">
            <a:extLst>
              <a:ext uri="{FF2B5EF4-FFF2-40B4-BE49-F238E27FC236}">
                <a16:creationId xmlns:a16="http://schemas.microsoft.com/office/drawing/2014/main" id="{B2FCF57D-17C6-2F3A-C1B3-1679B62BF96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gray">
          <a:xfrm>
            <a:off x="394575" y="2447060"/>
            <a:ext cx="3718800" cy="3718800"/>
          </a:xfrm>
          <a:prstGeom prst="rect">
            <a:avLst/>
          </a:prstGeom>
        </p:spPr>
      </p:pic>
      <p:sp>
        <p:nvSpPr>
          <p:cNvPr id="4" name="Picture Placeholder 9">
            <a:extLst>
              <a:ext uri="{FF2B5EF4-FFF2-40B4-BE49-F238E27FC236}">
                <a16:creationId xmlns:a16="http://schemas.microsoft.com/office/drawing/2014/main" id="{DA704BD6-71C6-D230-9A15-8A46EC1807B4}"/>
              </a:ext>
            </a:extLst>
          </p:cNvPr>
          <p:cNvSpPr>
            <a:spLocks noGrp="1"/>
          </p:cNvSpPr>
          <p:nvPr>
            <p:ph type="pic" sz="quarter" idx="17" hasCustomPrompt="1"/>
          </p:nvPr>
        </p:nvSpPr>
        <p:spPr bwMode="gray">
          <a:xfrm>
            <a:off x="371475" y="2447060"/>
            <a:ext cx="3718800" cy="3718800"/>
          </a:xfrm>
          <a:custGeom>
            <a:avLst/>
            <a:gdLst>
              <a:gd name="connsiteX0" fmla="*/ 1704548 w 5267271"/>
              <a:gd name="connsiteY0" fmla="*/ 0 h 5272719"/>
              <a:gd name="connsiteX1" fmla="*/ 3527745 w 5267271"/>
              <a:gd name="connsiteY1" fmla="*/ 1774521 h 5272719"/>
              <a:gd name="connsiteX2" fmla="*/ 5267271 w 5267271"/>
              <a:gd name="connsiteY2" fmla="*/ 5269498 h 5272719"/>
              <a:gd name="connsiteX3" fmla="*/ 3509088 w 5267271"/>
              <a:gd name="connsiteY3" fmla="*/ 5269044 h 5272719"/>
              <a:gd name="connsiteX4" fmla="*/ 1794302 w 5267271"/>
              <a:gd name="connsiteY4" fmla="*/ 1858626 h 5272719"/>
              <a:gd name="connsiteX5" fmla="*/ 1794667 w 5267271"/>
              <a:gd name="connsiteY5" fmla="*/ 5270472 h 5272719"/>
              <a:gd name="connsiteX6" fmla="*/ 0 w 5267271"/>
              <a:gd name="connsiteY6" fmla="*/ 5272719 h 5272719"/>
              <a:gd name="connsiteX7" fmla="*/ 3384 w 5267271"/>
              <a:gd name="connsiteY7" fmla="*/ 1714773 h 5272719"/>
              <a:gd name="connsiteX8" fmla="*/ 569360 w 5267271"/>
              <a:gd name="connsiteY8" fmla="*/ 333790 h 5272719"/>
              <a:gd name="connsiteX9" fmla="*/ 1704548 w 5267271"/>
              <a:gd name="connsiteY9" fmla="*/ 0 h 5272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67271" h="5272719">
                <a:moveTo>
                  <a:pt x="1704548" y="0"/>
                </a:moveTo>
                <a:cubicBezTo>
                  <a:pt x="2442328" y="19929"/>
                  <a:pt x="2925708" y="438914"/>
                  <a:pt x="3527745" y="1774521"/>
                </a:cubicBezTo>
                <a:lnTo>
                  <a:pt x="5267271" y="5269498"/>
                </a:lnTo>
                <a:lnTo>
                  <a:pt x="3509088" y="5269044"/>
                </a:lnTo>
                <a:cubicBezTo>
                  <a:pt x="2932089" y="4085847"/>
                  <a:pt x="2376159" y="3052885"/>
                  <a:pt x="1794302" y="1858626"/>
                </a:cubicBezTo>
                <a:cubicBezTo>
                  <a:pt x="1800510" y="2806405"/>
                  <a:pt x="1797959" y="3550976"/>
                  <a:pt x="1794667" y="5270472"/>
                </a:cubicBezTo>
                <a:lnTo>
                  <a:pt x="0" y="5272719"/>
                </a:lnTo>
                <a:cubicBezTo>
                  <a:pt x="6041" y="3933998"/>
                  <a:pt x="-2660" y="3106972"/>
                  <a:pt x="3384" y="1714773"/>
                </a:cubicBezTo>
                <a:cubicBezTo>
                  <a:pt x="20552" y="931022"/>
                  <a:pt x="285832" y="562108"/>
                  <a:pt x="569360" y="333790"/>
                </a:cubicBezTo>
                <a:cubicBezTo>
                  <a:pt x="852888" y="105472"/>
                  <a:pt x="1272212" y="9538"/>
                  <a:pt x="1704548" y="0"/>
                </a:cubicBezTo>
                <a:close/>
              </a:path>
            </a:pathLst>
          </a:custGeom>
          <a:solidFill>
            <a:schemeClr val="accent6"/>
          </a:solidFill>
          <a:ln w="12700">
            <a:noFill/>
          </a:ln>
          <a:effectLst/>
        </p:spPr>
        <p:txBody>
          <a:bodyPr wrap="none" lIns="0" tIns="1371600" rIns="0" anchor="t">
            <a:noAutofit/>
          </a:bodyPr>
          <a:lstStyle>
            <a:lvl1pPr marL="0" indent="0" algn="ctr">
              <a:buFontTx/>
              <a:buNone/>
              <a:defRPr sz="1100">
                <a:solidFill>
                  <a:schemeClr val="tx1"/>
                </a:solidFill>
              </a:defRPr>
            </a:lvl1pPr>
          </a:lstStyle>
          <a:p>
            <a:r>
              <a:rPr lang="en-US"/>
              <a:t> </a:t>
            </a:r>
          </a:p>
        </p:txBody>
      </p:sp>
    </p:spTree>
    <p:extLst>
      <p:ext uri="{BB962C8B-B14F-4D97-AF65-F5344CB8AC3E}">
        <p14:creationId xmlns:p14="http://schemas.microsoft.com/office/powerpoint/2010/main" val="372322815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_Title Only">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0C3BB7C-B4A7-41A4-8C5A-903570B6070B}"/>
              </a:ext>
            </a:extLst>
          </p:cNvPr>
          <p:cNvSpPr>
            <a:spLocks noGrp="1"/>
          </p:cNvSpPr>
          <p:nvPr>
            <p:ph type="title" hasCustomPrompt="1"/>
          </p:nvPr>
        </p:nvSpPr>
        <p:spPr bwMode="gray"/>
        <p:txBody>
          <a:bodyPr vert="horz"/>
          <a:lstStyle/>
          <a:p>
            <a:r>
              <a:rPr lang="en-US"/>
              <a:t>Click to edit Master title style</a:t>
            </a:r>
          </a:p>
        </p:txBody>
      </p:sp>
      <p:sp>
        <p:nvSpPr>
          <p:cNvPr id="10" name="Footer Placeholder 4">
            <a:extLst>
              <a:ext uri="{FF2B5EF4-FFF2-40B4-BE49-F238E27FC236}">
                <a16:creationId xmlns:a16="http://schemas.microsoft.com/office/drawing/2014/main" id="{A9C53063-1F58-BE27-2E94-7E00DE772613}"/>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a:t>© 2023 NTT DATA Business Solutions</a:t>
            </a:r>
          </a:p>
        </p:txBody>
      </p:sp>
      <p:sp>
        <p:nvSpPr>
          <p:cNvPr id="11" name="Slide Number Placeholder 5">
            <a:extLst>
              <a:ext uri="{FF2B5EF4-FFF2-40B4-BE49-F238E27FC236}">
                <a16:creationId xmlns:a16="http://schemas.microsoft.com/office/drawing/2014/main" id="{AF1EE05E-1EF3-FA88-09CC-87DB6B58184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a:p>
        </p:txBody>
      </p:sp>
    </p:spTree>
    <p:extLst>
      <p:ext uri="{BB962C8B-B14F-4D97-AF65-F5344CB8AC3E}">
        <p14:creationId xmlns:p14="http://schemas.microsoft.com/office/powerpoint/2010/main" val="216012281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C_Title and On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855BA-9D9E-490E-B438-6BCC818F8EFF}"/>
              </a:ext>
            </a:extLst>
          </p:cNvPr>
          <p:cNvSpPr>
            <a:spLocks noGrp="1"/>
          </p:cNvSpPr>
          <p:nvPr>
            <p:ph type="title" hasCustomPrompt="1"/>
          </p:nvPr>
        </p:nvSpPr>
        <p:spPr bwMode="gray"/>
        <p:txBody>
          <a:bodyPr vert="horz"/>
          <a:lstStyle/>
          <a:p>
            <a:r>
              <a:rPr lang="en-US" noProof="0"/>
              <a:t>Click to edit Master title style</a:t>
            </a:r>
          </a:p>
        </p:txBody>
      </p:sp>
      <p:sp>
        <p:nvSpPr>
          <p:cNvPr id="3" name="Content Placeholder 2">
            <a:extLst>
              <a:ext uri="{FF2B5EF4-FFF2-40B4-BE49-F238E27FC236}">
                <a16:creationId xmlns:a16="http://schemas.microsoft.com/office/drawing/2014/main" id="{B382B3CA-EBF0-4324-BDE2-B14D144F1B71}"/>
              </a:ext>
            </a:extLst>
          </p:cNvPr>
          <p:cNvSpPr>
            <a:spLocks noGrp="1"/>
          </p:cNvSpPr>
          <p:nvPr>
            <p:ph idx="1" hasCustomPrompt="1"/>
          </p:nvPr>
        </p:nvSpPr>
        <p:spPr bwMode="gray">
          <a:xfrm>
            <a:off x="371475" y="1412875"/>
            <a:ext cx="11449050" cy="4824413"/>
          </a:xfrm>
          <a:prstGeom prst="rect">
            <a:avLst/>
          </a:prstGeom>
        </p:spPr>
        <p:txBody>
          <a:bodyPr/>
          <a:lstStyle>
            <a:lvl5pP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Footer Placeholder 4">
            <a:extLst>
              <a:ext uri="{FF2B5EF4-FFF2-40B4-BE49-F238E27FC236}">
                <a16:creationId xmlns:a16="http://schemas.microsoft.com/office/drawing/2014/main" id="{DB4CF512-82E1-2689-F640-DDFFDD4CD971}"/>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a:t>© 2023 NTT DATA Business Solutions</a:t>
            </a:r>
          </a:p>
        </p:txBody>
      </p:sp>
      <p:sp>
        <p:nvSpPr>
          <p:cNvPr id="10" name="Slide Number Placeholder 5">
            <a:extLst>
              <a:ext uri="{FF2B5EF4-FFF2-40B4-BE49-F238E27FC236}">
                <a16:creationId xmlns:a16="http://schemas.microsoft.com/office/drawing/2014/main" id="{C19ED1C7-0FF1-008B-4E0C-83259A7B61F3}"/>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a:p>
        </p:txBody>
      </p:sp>
    </p:spTree>
    <p:extLst>
      <p:ext uri="{BB962C8B-B14F-4D97-AF65-F5344CB8AC3E}">
        <p14:creationId xmlns:p14="http://schemas.microsoft.com/office/powerpoint/2010/main" val="372414246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C_Title and Two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855BA-9D9E-490E-B438-6BCC818F8EFF}"/>
              </a:ext>
            </a:extLst>
          </p:cNvPr>
          <p:cNvSpPr>
            <a:spLocks noGrp="1"/>
          </p:cNvSpPr>
          <p:nvPr>
            <p:ph type="title" hasCustomPrompt="1"/>
          </p:nvPr>
        </p:nvSpPr>
        <p:spPr bwMode="gray"/>
        <p:txBody>
          <a:bodyPr vert="horz"/>
          <a:lstStyle/>
          <a:p>
            <a:r>
              <a:rPr lang="en-US" noProof="0"/>
              <a:t>Click to edit Master title style</a:t>
            </a:r>
          </a:p>
        </p:txBody>
      </p:sp>
      <p:sp>
        <p:nvSpPr>
          <p:cNvPr id="3" name="Content Placeholder 2">
            <a:extLst>
              <a:ext uri="{FF2B5EF4-FFF2-40B4-BE49-F238E27FC236}">
                <a16:creationId xmlns:a16="http://schemas.microsoft.com/office/drawing/2014/main" id="{B382B3CA-EBF0-4324-BDE2-B14D144F1B71}"/>
              </a:ext>
            </a:extLst>
          </p:cNvPr>
          <p:cNvSpPr>
            <a:spLocks noGrp="1"/>
          </p:cNvSpPr>
          <p:nvPr>
            <p:ph idx="1" hasCustomPrompt="1"/>
          </p:nvPr>
        </p:nvSpPr>
        <p:spPr bwMode="gray">
          <a:xfrm>
            <a:off x="371475" y="1412875"/>
            <a:ext cx="5507850" cy="4824413"/>
          </a:xfrm>
          <a:prstGeom prst="rect">
            <a:avLst/>
          </a:pr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Content Placeholder 2">
            <a:extLst>
              <a:ext uri="{FF2B5EF4-FFF2-40B4-BE49-F238E27FC236}">
                <a16:creationId xmlns:a16="http://schemas.microsoft.com/office/drawing/2014/main" id="{29A13345-D8EA-438A-8BA9-E88672B7CBE9}"/>
              </a:ext>
            </a:extLst>
          </p:cNvPr>
          <p:cNvSpPr>
            <a:spLocks noGrp="1"/>
          </p:cNvSpPr>
          <p:nvPr>
            <p:ph idx="13" hasCustomPrompt="1"/>
          </p:nvPr>
        </p:nvSpPr>
        <p:spPr bwMode="gray">
          <a:xfrm>
            <a:off x="6311325" y="1412875"/>
            <a:ext cx="5507850" cy="4824413"/>
          </a:xfrm>
          <a:prstGeom prst="rect">
            <a:avLst/>
          </a:pr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Footer Placeholder 4">
            <a:extLst>
              <a:ext uri="{FF2B5EF4-FFF2-40B4-BE49-F238E27FC236}">
                <a16:creationId xmlns:a16="http://schemas.microsoft.com/office/drawing/2014/main" id="{AFAE869D-BCA2-8F0B-47CA-6CBB5796213E}"/>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a:t>© 2023 NTT DATA Business Solutions</a:t>
            </a:r>
          </a:p>
        </p:txBody>
      </p:sp>
      <p:sp>
        <p:nvSpPr>
          <p:cNvPr id="11" name="Slide Number Placeholder 5">
            <a:extLst>
              <a:ext uri="{FF2B5EF4-FFF2-40B4-BE49-F238E27FC236}">
                <a16:creationId xmlns:a16="http://schemas.microsoft.com/office/drawing/2014/main" id="{C28F0063-4C19-496F-6F87-6795DABB8C1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a:p>
        </p:txBody>
      </p:sp>
    </p:spTree>
    <p:extLst>
      <p:ext uri="{BB962C8B-B14F-4D97-AF65-F5344CB8AC3E}">
        <p14:creationId xmlns:p14="http://schemas.microsoft.com/office/powerpoint/2010/main" val="13622517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_Title and Three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855BA-9D9E-490E-B438-6BCC818F8EFF}"/>
              </a:ext>
            </a:extLst>
          </p:cNvPr>
          <p:cNvSpPr>
            <a:spLocks noGrp="1"/>
          </p:cNvSpPr>
          <p:nvPr>
            <p:ph type="title" hasCustomPrompt="1"/>
          </p:nvPr>
        </p:nvSpPr>
        <p:spPr bwMode="gray">
          <a:xfrm>
            <a:off x="371475" y="333375"/>
            <a:ext cx="11449050" cy="792000"/>
          </a:xfrm>
        </p:spPr>
        <p:txBody>
          <a:bodyPr vert="horz"/>
          <a:lstStyle/>
          <a:p>
            <a:r>
              <a:rPr lang="en-US"/>
              <a:t>Click to edit Master title style</a:t>
            </a:r>
          </a:p>
        </p:txBody>
      </p:sp>
      <p:sp>
        <p:nvSpPr>
          <p:cNvPr id="3" name="Content Placeholder 2">
            <a:extLst>
              <a:ext uri="{FF2B5EF4-FFF2-40B4-BE49-F238E27FC236}">
                <a16:creationId xmlns:a16="http://schemas.microsoft.com/office/drawing/2014/main" id="{B382B3CA-EBF0-4324-BDE2-B14D144F1B71}"/>
              </a:ext>
            </a:extLst>
          </p:cNvPr>
          <p:cNvSpPr>
            <a:spLocks noGrp="1"/>
          </p:cNvSpPr>
          <p:nvPr>
            <p:ph idx="1" hasCustomPrompt="1"/>
          </p:nvPr>
        </p:nvSpPr>
        <p:spPr bwMode="gray">
          <a:xfrm>
            <a:off x="371475" y="1412875"/>
            <a:ext cx="3657600" cy="482441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AFAE869D-BCA2-8F0B-47CA-6CBB5796213E}"/>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a:t>© 2023 NTT DATA Business Solutions</a:t>
            </a:r>
          </a:p>
        </p:txBody>
      </p:sp>
      <p:sp>
        <p:nvSpPr>
          <p:cNvPr id="11" name="Slide Number Placeholder 5">
            <a:extLst>
              <a:ext uri="{FF2B5EF4-FFF2-40B4-BE49-F238E27FC236}">
                <a16:creationId xmlns:a16="http://schemas.microsoft.com/office/drawing/2014/main" id="{C28F0063-4C19-496F-6F87-6795DABB8C1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a:p>
        </p:txBody>
      </p:sp>
      <p:sp>
        <p:nvSpPr>
          <p:cNvPr id="16" name="Content Placeholder 2">
            <a:extLst>
              <a:ext uri="{FF2B5EF4-FFF2-40B4-BE49-F238E27FC236}">
                <a16:creationId xmlns:a16="http://schemas.microsoft.com/office/drawing/2014/main" id="{326BC249-E151-BB39-D3D5-813D011EC4DE}"/>
              </a:ext>
            </a:extLst>
          </p:cNvPr>
          <p:cNvSpPr>
            <a:spLocks noGrp="1"/>
          </p:cNvSpPr>
          <p:nvPr>
            <p:ph idx="24" hasCustomPrompt="1"/>
          </p:nvPr>
        </p:nvSpPr>
        <p:spPr bwMode="gray">
          <a:xfrm>
            <a:off x="4267200" y="1412875"/>
            <a:ext cx="3657600" cy="482441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a:extLst>
              <a:ext uri="{FF2B5EF4-FFF2-40B4-BE49-F238E27FC236}">
                <a16:creationId xmlns:a16="http://schemas.microsoft.com/office/drawing/2014/main" id="{CAB7751F-4652-AD3B-A81E-E9DD7E8ECF31}"/>
              </a:ext>
            </a:extLst>
          </p:cNvPr>
          <p:cNvSpPr>
            <a:spLocks noGrp="1"/>
          </p:cNvSpPr>
          <p:nvPr>
            <p:ph idx="25" hasCustomPrompt="1"/>
          </p:nvPr>
        </p:nvSpPr>
        <p:spPr bwMode="gray">
          <a:xfrm>
            <a:off x="8162925" y="1412875"/>
            <a:ext cx="3657600" cy="482441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6141113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_Title Subtitle Bod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855BA-9D9E-490E-B438-6BCC818F8EFF}"/>
              </a:ext>
            </a:extLst>
          </p:cNvPr>
          <p:cNvSpPr>
            <a:spLocks noGrp="1"/>
          </p:cNvSpPr>
          <p:nvPr>
            <p:ph type="title" hasCustomPrompt="1"/>
          </p:nvPr>
        </p:nvSpPr>
        <p:spPr bwMode="gray">
          <a:xfrm>
            <a:off x="371475" y="333375"/>
            <a:ext cx="11449050" cy="332399"/>
          </a:xfrm>
        </p:spPr>
        <p:txBody>
          <a:bodyPr vert="horz">
            <a:spAutoFit/>
          </a:bodyPr>
          <a:lstStyle/>
          <a:p>
            <a:r>
              <a:rPr lang="en-US"/>
              <a:t>Click to edit Master title style</a:t>
            </a:r>
          </a:p>
        </p:txBody>
      </p:sp>
      <p:sp>
        <p:nvSpPr>
          <p:cNvPr id="3" name="Content Placeholder 2">
            <a:extLst>
              <a:ext uri="{FF2B5EF4-FFF2-40B4-BE49-F238E27FC236}">
                <a16:creationId xmlns:a16="http://schemas.microsoft.com/office/drawing/2014/main" id="{B382B3CA-EBF0-4324-BDE2-B14D144F1B71}"/>
              </a:ext>
            </a:extLst>
          </p:cNvPr>
          <p:cNvSpPr>
            <a:spLocks noGrp="1"/>
          </p:cNvSpPr>
          <p:nvPr>
            <p:ph idx="1" hasCustomPrompt="1"/>
          </p:nvPr>
        </p:nvSpPr>
        <p:spPr bwMode="gray">
          <a:xfrm>
            <a:off x="371474" y="1412875"/>
            <a:ext cx="11449049" cy="482441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AFAE869D-BCA2-8F0B-47CA-6CBB5796213E}"/>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a:t>© 2023 NTT DATA Business Solutions</a:t>
            </a:r>
          </a:p>
        </p:txBody>
      </p:sp>
      <p:sp>
        <p:nvSpPr>
          <p:cNvPr id="11" name="Slide Number Placeholder 5">
            <a:extLst>
              <a:ext uri="{FF2B5EF4-FFF2-40B4-BE49-F238E27FC236}">
                <a16:creationId xmlns:a16="http://schemas.microsoft.com/office/drawing/2014/main" id="{C28F0063-4C19-496F-6F87-6795DABB8C1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a:p>
        </p:txBody>
      </p:sp>
      <p:sp>
        <p:nvSpPr>
          <p:cNvPr id="4" name="Text Placeholder 6">
            <a:extLst>
              <a:ext uri="{FF2B5EF4-FFF2-40B4-BE49-F238E27FC236}">
                <a16:creationId xmlns:a16="http://schemas.microsoft.com/office/drawing/2014/main" id="{9E5DDFBC-BBD8-FCF3-FDD5-BDAF7615B10F}"/>
              </a:ext>
            </a:extLst>
          </p:cNvPr>
          <p:cNvSpPr>
            <a:spLocks noGrp="1"/>
          </p:cNvSpPr>
          <p:nvPr>
            <p:ph type="body" sz="quarter" idx="14" hasCustomPrompt="1"/>
          </p:nvPr>
        </p:nvSpPr>
        <p:spPr bwMode="gray">
          <a:xfrm>
            <a:off x="371475" y="728663"/>
            <a:ext cx="11449050" cy="288000"/>
          </a:xfrm>
          <a:prstGeom prst="rect">
            <a:avLst/>
          </a:prstGeom>
        </p:spPr>
        <p:txBody>
          <a:bodyPr/>
          <a:lstStyle>
            <a:lvl1pPr>
              <a:lnSpc>
                <a:spcPct val="100000"/>
              </a:lnSpc>
              <a:spcBef>
                <a:spcPts val="0"/>
              </a:spcBef>
              <a:defRPr sz="1800">
                <a:solidFill>
                  <a:schemeClr val="accent1"/>
                </a:solidFill>
              </a:defRPr>
            </a:lvl1pPr>
            <a:lvl2pPr>
              <a:defRPr sz="2000"/>
            </a:lvl2pPr>
            <a:lvl3pPr>
              <a:defRPr sz="2000"/>
            </a:lvl3pPr>
            <a:lvl4pPr>
              <a:defRPr sz="2000"/>
            </a:lvl4pPr>
            <a:lvl5pPr>
              <a:defRPr sz="2000"/>
            </a:lvl5pPr>
          </a:lstStyle>
          <a:p>
            <a:pPr lvl="0"/>
            <a:r>
              <a:rPr lang="en-US"/>
              <a:t>Click to edit Master text styles</a:t>
            </a:r>
          </a:p>
        </p:txBody>
      </p:sp>
    </p:spTree>
    <p:extLst>
      <p:ext uri="{BB962C8B-B14F-4D97-AF65-F5344CB8AC3E}">
        <p14:creationId xmlns:p14="http://schemas.microsoft.com/office/powerpoint/2010/main" val="113831083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C_Blank_Dark">
    <p:bg bwMode="gray">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0972958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_Blank_Dark with footer">
    <p:bg>
      <p:bgPr>
        <a:solidFill>
          <a:schemeClr val="bg1"/>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BB093E97-7B76-EAE6-8B05-F60EEDCE94B8}"/>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a:t>© 2023 NTT DATA Business Solutions</a:t>
            </a:r>
          </a:p>
        </p:txBody>
      </p:sp>
      <p:sp>
        <p:nvSpPr>
          <p:cNvPr id="4" name="Slide Number Placeholder 5">
            <a:extLst>
              <a:ext uri="{FF2B5EF4-FFF2-40B4-BE49-F238E27FC236}">
                <a16:creationId xmlns:a16="http://schemas.microsoft.com/office/drawing/2014/main" id="{DC15EF50-5A96-90F8-F18A-9D8143A4FF0D}"/>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a:p>
        </p:txBody>
      </p:sp>
    </p:spTree>
    <p:extLst>
      <p:ext uri="{BB962C8B-B14F-4D97-AF65-F5344CB8AC3E}">
        <p14:creationId xmlns:p14="http://schemas.microsoft.com/office/powerpoint/2010/main" val="375137950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C_Picture Full Dark">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8CCAE21C-42ED-4CFD-A1E1-FE234323EC4E}"/>
              </a:ext>
            </a:extLst>
          </p:cNvPr>
          <p:cNvSpPr>
            <a:spLocks noGrp="1"/>
          </p:cNvSpPr>
          <p:nvPr>
            <p:ph type="body" sz="quarter" idx="14" hasCustomPrompt="1"/>
          </p:nvPr>
        </p:nvSpPr>
        <p:spPr bwMode="gray">
          <a:xfrm>
            <a:off x="0" y="5194300"/>
            <a:ext cx="12192000" cy="1663700"/>
          </a:xfrm>
          <a:prstGeom prst="rect">
            <a:avLst/>
          </a:prstGeom>
          <a:gradFill>
            <a:gsLst>
              <a:gs pos="0">
                <a:schemeClr val="bg1"/>
              </a:gs>
              <a:gs pos="80000">
                <a:schemeClr val="bg1">
                  <a:alpha val="0"/>
                </a:schemeClr>
              </a:gs>
            </a:gsLst>
            <a:lin ang="16200000" scaled="1"/>
          </a:gradFill>
        </p:spPr>
        <p:txBody>
          <a:bodyPr vert="horz" wrap="square" lIns="0" tIns="0" rIns="0" bIns="0" rtlCol="0">
            <a:noAutofit/>
          </a:bodyPr>
          <a:lstStyle>
            <a:lvl1pPr>
              <a:defRPr lang="en-US" sz="100" dirty="0"/>
            </a:lvl1pPr>
          </a:lstStyle>
          <a:p>
            <a:pPr lvl="0"/>
            <a:r>
              <a:rPr lang="en-US"/>
              <a:t>.</a:t>
            </a:r>
          </a:p>
        </p:txBody>
      </p:sp>
      <p:sp>
        <p:nvSpPr>
          <p:cNvPr id="7" name="Picture Placeholder 6">
            <a:extLst>
              <a:ext uri="{FF2B5EF4-FFF2-40B4-BE49-F238E27FC236}">
                <a16:creationId xmlns:a16="http://schemas.microsoft.com/office/drawing/2014/main" id="{40077599-73C2-4B77-944D-C34B64F408E3}"/>
              </a:ext>
            </a:extLst>
          </p:cNvPr>
          <p:cNvSpPr>
            <a:spLocks noGrp="1"/>
          </p:cNvSpPr>
          <p:nvPr>
            <p:ph type="pic" sz="quarter" idx="13" hasCustomPrompt="1"/>
          </p:nvPr>
        </p:nvSpPr>
        <p:spPr bwMode="gray">
          <a:xfrm>
            <a:off x="0" y="0"/>
            <a:ext cx="12192000" cy="6858000"/>
          </a:xfrm>
          <a:prstGeom prst="rect">
            <a:avLst/>
          </a:prstGeom>
          <a:noFill/>
        </p:spPr>
        <p:txBody>
          <a:bodyPr anchor="ctr" anchorCtr="0"/>
          <a:lstStyle>
            <a:lvl1pPr algn="ctr">
              <a:defRPr sz="2000">
                <a:solidFill>
                  <a:schemeClr val="tx1"/>
                </a:solidFill>
              </a:defRPr>
            </a:lvl1pPr>
          </a:lstStyle>
          <a:p>
            <a:r>
              <a:rPr lang="en-US"/>
              <a:t>Click to add picture</a:t>
            </a:r>
          </a:p>
        </p:txBody>
      </p:sp>
      <p:sp>
        <p:nvSpPr>
          <p:cNvPr id="13" name="Footer Placeholder 4">
            <a:extLst>
              <a:ext uri="{FF2B5EF4-FFF2-40B4-BE49-F238E27FC236}">
                <a16:creationId xmlns:a16="http://schemas.microsoft.com/office/drawing/2014/main" id="{55F7F56A-370B-17D8-1574-704076541262}"/>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a:t>© 2023 NTT DATA Business Solutions</a:t>
            </a:r>
          </a:p>
        </p:txBody>
      </p:sp>
      <p:sp>
        <p:nvSpPr>
          <p:cNvPr id="14" name="Slide Number Placeholder 5">
            <a:extLst>
              <a:ext uri="{FF2B5EF4-FFF2-40B4-BE49-F238E27FC236}">
                <a16:creationId xmlns:a16="http://schemas.microsoft.com/office/drawing/2014/main" id="{7E04D86C-67F3-2898-A9B9-7C78B586F281}"/>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a:p>
        </p:txBody>
      </p:sp>
      <p:sp>
        <p:nvSpPr>
          <p:cNvPr id="2" name="Title 1">
            <a:extLst>
              <a:ext uri="{FF2B5EF4-FFF2-40B4-BE49-F238E27FC236}">
                <a16:creationId xmlns:a16="http://schemas.microsoft.com/office/drawing/2014/main" id="{08473574-5E40-4F4B-82BD-ECFABA52E2E4}"/>
              </a:ext>
            </a:extLst>
          </p:cNvPr>
          <p:cNvSpPr>
            <a:spLocks noGrp="1"/>
          </p:cNvSpPr>
          <p:nvPr>
            <p:ph type="title" hasCustomPrompt="1"/>
          </p:nvPr>
        </p:nvSpPr>
        <p:spPr bwMode="gray"/>
        <p:txBody>
          <a:bodyPr vert="horz"/>
          <a:lstStyle/>
          <a:p>
            <a:r>
              <a:rPr lang="en-US"/>
              <a:t>Click to edit Master title style</a:t>
            </a:r>
          </a:p>
        </p:txBody>
      </p:sp>
      <p:sp>
        <p:nvSpPr>
          <p:cNvPr id="3" name="NTT DATA Global Logo" descr="NTT DATA Global Logo">
            <a:extLst>
              <a:ext uri="{FF2B5EF4-FFF2-40B4-BE49-F238E27FC236}">
                <a16:creationId xmlns:a16="http://schemas.microsoft.com/office/drawing/2014/main" id="{5AC7748B-57B0-6A46-ED50-8FBD40E607A6}"/>
              </a:ext>
            </a:extLst>
          </p:cNvPr>
          <p:cNvSpPr txBox="1">
            <a:spLocks noChangeAspect="1"/>
          </p:cNvSpPr>
          <p:nvPr userDrawn="1"/>
        </p:nvSpPr>
        <p:spPr bwMode="gray">
          <a:xfrm>
            <a:off x="10531725" y="6449437"/>
            <a:ext cx="1288800" cy="263108"/>
          </a:xfrm>
          <a:prstGeom prst="rect">
            <a:avLst/>
          </a:prstGeom>
          <a:blipFill dpi="0" rotWithShape="1">
            <a:blip r:embed="rId2"/>
            <a:srcRect/>
            <a:stretch>
              <a:fillRect/>
            </a:stretch>
          </a:blipFill>
        </p:spPr>
        <p:txBody>
          <a:bodyPr wrap="none" lIns="0" tIns="0" rIns="0" bIns="0"/>
          <a:lstStyle>
            <a:lvl1pPr marL="0" indent="0" algn="l" defTabSz="914400" rtl="0" eaLnBrk="1" latinLnBrk="0" hangingPunct="1">
              <a:lnSpc>
                <a:spcPct val="100000"/>
              </a:lnSpc>
              <a:spcBef>
                <a:spcPts val="0"/>
              </a:spcBef>
              <a:spcAft>
                <a:spcPts val="600"/>
              </a:spcAft>
              <a:buFontTx/>
              <a:buNone/>
              <a:defRPr lang="en-US" sz="200" kern="1200">
                <a:solidFill>
                  <a:schemeClr val="accent2"/>
                </a:solidFill>
                <a:latin typeface="+mn-lt"/>
                <a:ea typeface="+mn-ea"/>
                <a:cs typeface="+mn-cs"/>
              </a:defRPr>
            </a:lvl1pPr>
            <a:lvl2pPr marL="285750" indent="-285750" algn="l" defTabSz="914400" rtl="0" eaLnBrk="1" latinLnBrk="0" hangingPunct="1">
              <a:lnSpc>
                <a:spcPct val="100000"/>
              </a:lnSpc>
              <a:spcBef>
                <a:spcPts val="500"/>
              </a:spcBef>
              <a:buClr>
                <a:schemeClr val="bg1"/>
              </a:buClr>
              <a:buFont typeface="Arial" panose="020B0604020202020204" pitchFamily="34" charset="0"/>
              <a:buChar char="•"/>
              <a:defRPr lang="en-US" sz="1800" kern="1200">
                <a:noFill/>
                <a:latin typeface="+mn-lt"/>
                <a:ea typeface="+mn-ea"/>
                <a:cs typeface="+mn-cs"/>
              </a:defRPr>
            </a:lvl2pPr>
            <a:lvl3pPr marL="536575" indent="-268288" algn="l" defTabSz="914400" rtl="0" eaLnBrk="1" latinLnBrk="0" hangingPunct="1">
              <a:lnSpc>
                <a:spcPct val="100000"/>
              </a:lnSpc>
              <a:spcBef>
                <a:spcPts val="500"/>
              </a:spcBef>
              <a:buClr>
                <a:schemeClr val="bg1"/>
              </a:buClr>
              <a:buFont typeface="Arial" panose="020B0604020202020204" pitchFamily="34" charset="0"/>
              <a:buChar char="»"/>
              <a:defRPr lang="en-US" sz="1600" kern="1200">
                <a:noFill/>
                <a:latin typeface="+mn-lt"/>
                <a:ea typeface="+mn-ea"/>
                <a:cs typeface="+mn-cs"/>
              </a:defRPr>
            </a:lvl3pPr>
            <a:lvl4pPr marL="804863" indent="-268288" algn="l" defTabSz="914400" rtl="0" eaLnBrk="1" latinLnBrk="0" hangingPunct="1">
              <a:lnSpc>
                <a:spcPct val="100000"/>
              </a:lnSpc>
              <a:spcBef>
                <a:spcPts val="500"/>
              </a:spcBef>
              <a:buClr>
                <a:schemeClr val="bg1"/>
              </a:buClr>
              <a:buFont typeface="Arial" panose="020B0604020202020204" pitchFamily="34" charset="0"/>
              <a:buChar char="•"/>
              <a:defRPr lang="en-US" sz="1600" kern="1200">
                <a:noFill/>
                <a:latin typeface="+mn-lt"/>
                <a:ea typeface="+mn-ea"/>
                <a:cs typeface="+mn-cs"/>
              </a:defRPr>
            </a:lvl4pPr>
            <a:lvl5pPr marL="1077913" indent="-273050" algn="l" defTabSz="914400" rtl="0" eaLnBrk="1" latinLnBrk="0" hangingPunct="1">
              <a:lnSpc>
                <a:spcPct val="100000"/>
              </a:lnSpc>
              <a:spcBef>
                <a:spcPts val="500"/>
              </a:spcBef>
              <a:buClr>
                <a:schemeClr val="bg1"/>
              </a:buClr>
              <a:buFont typeface="Arial" panose="020B0604020202020204" pitchFamily="34" charset="0"/>
              <a:buChar char="»"/>
              <a:defRPr lang="en-US" sz="1600" kern="1200">
                <a:no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9pPr>
          </a:lstStyle>
          <a:p>
            <a:r>
              <a:rPr lang="en-DE"/>
              <a:t> </a:t>
            </a:r>
          </a:p>
        </p:txBody>
      </p:sp>
    </p:spTree>
    <p:extLst>
      <p:ext uri="{BB962C8B-B14F-4D97-AF65-F5344CB8AC3E}">
        <p14:creationId xmlns:p14="http://schemas.microsoft.com/office/powerpoint/2010/main" val="318923779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C_Picture Right Dark">
    <p:spTree>
      <p:nvGrpSpPr>
        <p:cNvPr id="1" name=""/>
        <p:cNvGrpSpPr/>
        <p:nvPr/>
      </p:nvGrpSpPr>
      <p:grpSpPr>
        <a:xfrm>
          <a:off x="0" y="0"/>
          <a:ext cx="0" cy="0"/>
          <a:chOff x="0" y="0"/>
          <a:chExt cx="0" cy="0"/>
        </a:xfrm>
      </p:grpSpPr>
      <p:sp>
        <p:nvSpPr>
          <p:cNvPr id="13" name="Picture Placeholder 4">
            <a:extLst>
              <a:ext uri="{FF2B5EF4-FFF2-40B4-BE49-F238E27FC236}">
                <a16:creationId xmlns:a16="http://schemas.microsoft.com/office/drawing/2014/main" id="{318A9578-38C1-F618-D2D6-E94DBB278B98}"/>
              </a:ext>
            </a:extLst>
          </p:cNvPr>
          <p:cNvSpPr>
            <a:spLocks noGrp="1"/>
          </p:cNvSpPr>
          <p:nvPr>
            <p:ph type="pic" sz="quarter" idx="28" hasCustomPrompt="1"/>
          </p:nvPr>
        </p:nvSpPr>
        <p:spPr bwMode="gray">
          <a:xfrm>
            <a:off x="8153400" y="0"/>
            <a:ext cx="4038600" cy="6858000"/>
          </a:xfrm>
          <a:prstGeom prst="rect">
            <a:avLst/>
          </a:prstGeom>
          <a:solidFill>
            <a:schemeClr val="accent6"/>
          </a:solidFill>
        </p:spPr>
        <p:txBody>
          <a:bodyPr tIns="2743200"/>
          <a:lstStyle>
            <a:lvl1pPr marL="0" indent="0" algn="ctr">
              <a:buNone/>
              <a:defRPr sz="2000">
                <a:solidFill>
                  <a:schemeClr val="bg1"/>
                </a:solidFill>
              </a:defRPr>
            </a:lvl1pPr>
          </a:lstStyle>
          <a:p>
            <a:r>
              <a:rPr lang="en-US"/>
              <a:t>Click to add picture</a:t>
            </a:r>
          </a:p>
        </p:txBody>
      </p:sp>
      <p:sp>
        <p:nvSpPr>
          <p:cNvPr id="14" name="Text Placeholder 5">
            <a:extLst>
              <a:ext uri="{FF2B5EF4-FFF2-40B4-BE49-F238E27FC236}">
                <a16:creationId xmlns:a16="http://schemas.microsoft.com/office/drawing/2014/main" id="{B6E0CB35-CBF9-AFA5-830C-F4D86F088977}"/>
              </a:ext>
            </a:extLst>
          </p:cNvPr>
          <p:cNvSpPr>
            <a:spLocks noGrp="1"/>
          </p:cNvSpPr>
          <p:nvPr>
            <p:ph type="body" sz="quarter" idx="29" hasCustomPrompt="1"/>
          </p:nvPr>
        </p:nvSpPr>
        <p:spPr bwMode="gray">
          <a:xfrm>
            <a:off x="8153400" y="5202000"/>
            <a:ext cx="4038600" cy="1656000"/>
          </a:xfrm>
          <a:prstGeom prst="rect">
            <a:avLst/>
          </a:prstGeom>
          <a:gradFill>
            <a:gsLst>
              <a:gs pos="0">
                <a:schemeClr val="bg1"/>
              </a:gs>
              <a:gs pos="80000">
                <a:schemeClr val="bg1">
                  <a:alpha val="0"/>
                </a:schemeClr>
              </a:gs>
            </a:gsLst>
            <a:lin ang="16200000" scaled="1"/>
          </a:gradFill>
        </p:spPr>
        <p:txBody>
          <a:bodyPr vert="horz" wrap="square" lIns="0" tIns="0" rIns="0" bIns="0" rtlCol="0">
            <a:noAutofit/>
          </a:bodyPr>
          <a:lstStyle>
            <a:lvl1pPr>
              <a:defRPr lang="en-US" sz="100" dirty="0"/>
            </a:lvl1pPr>
          </a:lstStyle>
          <a:p>
            <a:pPr lvl="0"/>
            <a:r>
              <a:rPr lang="en-US"/>
              <a:t> </a:t>
            </a:r>
          </a:p>
        </p:txBody>
      </p:sp>
      <p:sp>
        <p:nvSpPr>
          <p:cNvPr id="6" name="Title 5">
            <a:extLst>
              <a:ext uri="{FF2B5EF4-FFF2-40B4-BE49-F238E27FC236}">
                <a16:creationId xmlns:a16="http://schemas.microsoft.com/office/drawing/2014/main" id="{07792201-616E-4C9D-B2C5-4900CE58E947}"/>
              </a:ext>
            </a:extLst>
          </p:cNvPr>
          <p:cNvSpPr>
            <a:spLocks noGrp="1"/>
          </p:cNvSpPr>
          <p:nvPr>
            <p:ph type="title" hasCustomPrompt="1"/>
          </p:nvPr>
        </p:nvSpPr>
        <p:spPr bwMode="gray"/>
        <p:txBody>
          <a:bodyPr vert="horz"/>
          <a:lstStyle/>
          <a:p>
            <a:r>
              <a:rPr lang="en-US"/>
              <a:t>Click to edit Master title style</a:t>
            </a:r>
          </a:p>
        </p:txBody>
      </p:sp>
      <p:sp>
        <p:nvSpPr>
          <p:cNvPr id="4" name="Footer Placeholder 4">
            <a:extLst>
              <a:ext uri="{FF2B5EF4-FFF2-40B4-BE49-F238E27FC236}">
                <a16:creationId xmlns:a16="http://schemas.microsoft.com/office/drawing/2014/main" id="{CE3B8E11-1E99-8E14-7DC2-2A5585E8FA2F}"/>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a:t>© 2023 NTT DATA Business Solutions</a:t>
            </a:r>
          </a:p>
        </p:txBody>
      </p:sp>
      <p:sp>
        <p:nvSpPr>
          <p:cNvPr id="5" name="Slide Number Placeholder 5">
            <a:extLst>
              <a:ext uri="{FF2B5EF4-FFF2-40B4-BE49-F238E27FC236}">
                <a16:creationId xmlns:a16="http://schemas.microsoft.com/office/drawing/2014/main" id="{C894E80A-235B-AC62-CD2D-E4D54353CE6C}"/>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a:p>
        </p:txBody>
      </p:sp>
      <p:sp>
        <p:nvSpPr>
          <p:cNvPr id="3" name="Textplatzhalter 6">
            <a:extLst>
              <a:ext uri="{FF2B5EF4-FFF2-40B4-BE49-F238E27FC236}">
                <a16:creationId xmlns:a16="http://schemas.microsoft.com/office/drawing/2014/main" id="{04FE43F0-9475-52DB-0AB8-607E056B6CF5}"/>
              </a:ext>
            </a:extLst>
          </p:cNvPr>
          <p:cNvSpPr>
            <a:spLocks noGrp="1"/>
          </p:cNvSpPr>
          <p:nvPr>
            <p:ph type="body" sz="quarter" idx="30" hasCustomPrompt="1"/>
          </p:nvPr>
        </p:nvSpPr>
        <p:spPr bwMode="gray">
          <a:xfrm>
            <a:off x="10531725" y="6449745"/>
            <a:ext cx="1288800" cy="262800"/>
          </a:xfrm>
          <a:blipFill>
            <a:blip r:embed="rId2"/>
            <a:stretch>
              <a:fillRect/>
            </a:stretch>
          </a:blipFill>
        </p:spPr>
        <p:txBody>
          <a:bodyPr/>
          <a:lstStyle>
            <a:lvl1pPr>
              <a:defRPr/>
            </a:lvl1pPr>
          </a:lstStyle>
          <a:p>
            <a:pPr lvl="0"/>
            <a:r>
              <a:rPr lang="de-DE"/>
              <a:t> </a:t>
            </a:r>
            <a:endParaRPr lang="en-GB"/>
          </a:p>
        </p:txBody>
      </p:sp>
    </p:spTree>
    <p:extLst>
      <p:ext uri="{BB962C8B-B14F-4D97-AF65-F5344CB8AC3E}">
        <p14:creationId xmlns:p14="http://schemas.microsoft.com/office/powerpoint/2010/main" val="4101554715"/>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_Picture Left Dark">
    <p:spTree>
      <p:nvGrpSpPr>
        <p:cNvPr id="1" name=""/>
        <p:cNvGrpSpPr/>
        <p:nvPr/>
      </p:nvGrpSpPr>
      <p:grpSpPr>
        <a:xfrm>
          <a:off x="0" y="0"/>
          <a:ext cx="0" cy="0"/>
          <a:chOff x="0" y="0"/>
          <a:chExt cx="0" cy="0"/>
        </a:xfrm>
      </p:grpSpPr>
      <p:sp>
        <p:nvSpPr>
          <p:cNvPr id="8" name="Picture Placeholder 4">
            <a:extLst>
              <a:ext uri="{FF2B5EF4-FFF2-40B4-BE49-F238E27FC236}">
                <a16:creationId xmlns:a16="http://schemas.microsoft.com/office/drawing/2014/main" id="{7F7A191D-6071-E779-7F2E-34886D0882B7}"/>
              </a:ext>
            </a:extLst>
          </p:cNvPr>
          <p:cNvSpPr>
            <a:spLocks noGrp="1"/>
          </p:cNvSpPr>
          <p:nvPr>
            <p:ph type="pic" sz="quarter" idx="12" hasCustomPrompt="1"/>
          </p:nvPr>
        </p:nvSpPr>
        <p:spPr bwMode="gray">
          <a:xfrm>
            <a:off x="0" y="0"/>
            <a:ext cx="4038600" cy="6858000"/>
          </a:xfrm>
          <a:prstGeom prst="rect">
            <a:avLst/>
          </a:prstGeom>
          <a:solidFill>
            <a:schemeClr val="accent6"/>
          </a:solidFill>
        </p:spPr>
        <p:txBody>
          <a:bodyPr tIns="2743200"/>
          <a:lstStyle>
            <a:lvl1pPr marL="0" indent="0" algn="ctr">
              <a:buNone/>
              <a:defRPr sz="2000">
                <a:solidFill>
                  <a:schemeClr val="bg1"/>
                </a:solidFill>
              </a:defRPr>
            </a:lvl1pPr>
          </a:lstStyle>
          <a:p>
            <a:r>
              <a:rPr lang="en-US"/>
              <a:t>Click to add picture</a:t>
            </a:r>
          </a:p>
        </p:txBody>
      </p:sp>
      <p:sp>
        <p:nvSpPr>
          <p:cNvPr id="11" name="Text Placeholder 5">
            <a:extLst>
              <a:ext uri="{FF2B5EF4-FFF2-40B4-BE49-F238E27FC236}">
                <a16:creationId xmlns:a16="http://schemas.microsoft.com/office/drawing/2014/main" id="{A5DF90C5-2F99-EF32-CBEA-23287BDE2447}"/>
              </a:ext>
            </a:extLst>
          </p:cNvPr>
          <p:cNvSpPr>
            <a:spLocks noGrp="1"/>
          </p:cNvSpPr>
          <p:nvPr>
            <p:ph type="body" sz="quarter" idx="27" hasCustomPrompt="1"/>
          </p:nvPr>
        </p:nvSpPr>
        <p:spPr bwMode="gray">
          <a:xfrm>
            <a:off x="0" y="5202000"/>
            <a:ext cx="4038600" cy="1656000"/>
          </a:xfrm>
          <a:prstGeom prst="rect">
            <a:avLst/>
          </a:prstGeom>
          <a:gradFill>
            <a:gsLst>
              <a:gs pos="0">
                <a:schemeClr val="bg1"/>
              </a:gs>
              <a:gs pos="80000">
                <a:schemeClr val="bg1">
                  <a:alpha val="0"/>
                </a:schemeClr>
              </a:gs>
            </a:gsLst>
            <a:lin ang="16200000" scaled="1"/>
          </a:gradFill>
        </p:spPr>
        <p:txBody>
          <a:bodyPr vert="horz" wrap="square" lIns="0" tIns="0" rIns="0" bIns="0" rtlCol="0">
            <a:noAutofit/>
          </a:bodyPr>
          <a:lstStyle>
            <a:lvl1pPr>
              <a:defRPr lang="en-US" sz="100" dirty="0"/>
            </a:lvl1pPr>
          </a:lstStyle>
          <a:p>
            <a:pPr lvl="0"/>
            <a:r>
              <a:rPr lang="en-US"/>
              <a:t> </a:t>
            </a:r>
          </a:p>
        </p:txBody>
      </p:sp>
      <p:sp>
        <p:nvSpPr>
          <p:cNvPr id="9" name="Slide Number Placeholder 5">
            <a:extLst>
              <a:ext uri="{FF2B5EF4-FFF2-40B4-BE49-F238E27FC236}">
                <a16:creationId xmlns:a16="http://schemas.microsoft.com/office/drawing/2014/main" id="{66B71A8E-A74B-23B8-28AD-0C986AB97272}"/>
              </a:ext>
            </a:extLst>
          </p:cNvPr>
          <p:cNvSpPr>
            <a:spLocks noGrp="1"/>
          </p:cNvSpPr>
          <p:nvPr>
            <p:ph type="sldNum" sz="quarter" idx="4"/>
          </p:nvPr>
        </p:nvSpPr>
        <p:spPr bwMode="gray">
          <a:xfrm>
            <a:off x="7777162"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a:p>
        </p:txBody>
      </p:sp>
      <p:sp>
        <p:nvSpPr>
          <p:cNvPr id="13" name="Footer Placeholder 4">
            <a:extLst>
              <a:ext uri="{FF2B5EF4-FFF2-40B4-BE49-F238E27FC236}">
                <a16:creationId xmlns:a16="http://schemas.microsoft.com/office/drawing/2014/main" id="{74F142D3-5E2E-9408-9D9E-9CA5030073C1}"/>
              </a:ext>
            </a:extLst>
          </p:cNvPr>
          <p:cNvSpPr>
            <a:spLocks noGrp="1"/>
          </p:cNvSpPr>
          <p:nvPr>
            <p:ph type="ftr" sz="quarter" idx="3"/>
          </p:nvPr>
        </p:nvSpPr>
        <p:spPr bwMode="gray">
          <a:xfrm>
            <a:off x="4495800" y="6563358"/>
            <a:ext cx="3202940"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a:t>© 2023 NTT DATA Business Solutions</a:t>
            </a:r>
          </a:p>
        </p:txBody>
      </p:sp>
      <p:sp>
        <p:nvSpPr>
          <p:cNvPr id="14" name="Title 5">
            <a:extLst>
              <a:ext uri="{FF2B5EF4-FFF2-40B4-BE49-F238E27FC236}">
                <a16:creationId xmlns:a16="http://schemas.microsoft.com/office/drawing/2014/main" id="{5D998802-8F7B-9A10-0DF7-61FBFD6E1226}"/>
              </a:ext>
            </a:extLst>
          </p:cNvPr>
          <p:cNvSpPr>
            <a:spLocks noGrp="1"/>
          </p:cNvSpPr>
          <p:nvPr>
            <p:ph type="title" hasCustomPrompt="1"/>
          </p:nvPr>
        </p:nvSpPr>
        <p:spPr bwMode="gray">
          <a:xfrm>
            <a:off x="4495799" y="333375"/>
            <a:ext cx="7324725" cy="792000"/>
          </a:xfrm>
        </p:spPr>
        <p:txBody>
          <a:bodyPr vert="horz"/>
          <a:lstStyle/>
          <a:p>
            <a:r>
              <a:rPr lang="en-US"/>
              <a:t>Click to edit Master title style</a:t>
            </a:r>
          </a:p>
        </p:txBody>
      </p:sp>
    </p:spTree>
    <p:extLst>
      <p:ext uri="{BB962C8B-B14F-4D97-AF65-F5344CB8AC3E}">
        <p14:creationId xmlns:p14="http://schemas.microsoft.com/office/powerpoint/2010/main" val="3682777102"/>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_Picture Bottom Dark">
    <p:bg>
      <p:bgPr>
        <a:solidFill>
          <a:schemeClr val="bg1"/>
        </a:solidFill>
        <a:effectLst/>
      </p:bgPr>
    </p:bg>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9D6E3DA0-BCD2-8707-7E1B-E56623F855B7}"/>
              </a:ext>
            </a:extLst>
          </p:cNvPr>
          <p:cNvSpPr>
            <a:spLocks noGrp="1"/>
          </p:cNvSpPr>
          <p:nvPr>
            <p:ph type="pic" sz="quarter" idx="13" hasCustomPrompt="1"/>
          </p:nvPr>
        </p:nvSpPr>
        <p:spPr bwMode="gray">
          <a:xfrm>
            <a:off x="0" y="3352800"/>
            <a:ext cx="12192000" cy="3509682"/>
          </a:xfrm>
          <a:prstGeom prst="rect">
            <a:avLst/>
          </a:prstGeom>
          <a:solidFill>
            <a:schemeClr val="accent6">
              <a:lumMod val="60000"/>
              <a:lumOff val="40000"/>
            </a:schemeClr>
          </a:solidFill>
        </p:spPr>
        <p:txBody>
          <a:bodyPr lIns="0" tIns="0" rIns="0" bIns="0" anchor="ctr"/>
          <a:lstStyle>
            <a:lvl1pPr marL="0" indent="0" algn="ctr">
              <a:buFontTx/>
              <a:buNone/>
              <a:defRPr sz="2400">
                <a:solidFill>
                  <a:schemeClr val="tx2"/>
                </a:solidFill>
                <a:latin typeface="+mn-lt"/>
              </a:defRPr>
            </a:lvl1pPr>
          </a:lstStyle>
          <a:p>
            <a:pPr marL="0" marR="0" lvl="0" indent="0" algn="ctr" defTabSz="914400" rtl="0" eaLnBrk="1" fontAlgn="auto" latinLnBrk="0" hangingPunct="1">
              <a:lnSpc>
                <a:spcPct val="100000"/>
              </a:lnSpc>
              <a:spcBef>
                <a:spcPts val="1000"/>
              </a:spcBef>
              <a:spcAft>
                <a:spcPts val="0"/>
              </a:spcAft>
              <a:buClrTx/>
              <a:buSzTx/>
              <a:buFontTx/>
              <a:buNone/>
              <a:tabLst/>
              <a:defRPr/>
            </a:pPr>
            <a:r>
              <a:rPr lang="en-US"/>
              <a:t>Click to add image.</a:t>
            </a:r>
            <a:br>
              <a:rPr lang="en-US"/>
            </a:br>
            <a:r>
              <a:rPr lang="en-US"/>
              <a:t>Then Reorder: Send to back</a:t>
            </a:r>
          </a:p>
        </p:txBody>
      </p:sp>
      <p:sp>
        <p:nvSpPr>
          <p:cNvPr id="5" name="Text Placeholder 5">
            <a:extLst>
              <a:ext uri="{FF2B5EF4-FFF2-40B4-BE49-F238E27FC236}">
                <a16:creationId xmlns:a16="http://schemas.microsoft.com/office/drawing/2014/main" id="{1FC868B2-987D-36AF-7388-FCE1616A30DD}"/>
              </a:ext>
            </a:extLst>
          </p:cNvPr>
          <p:cNvSpPr>
            <a:spLocks noGrp="1"/>
          </p:cNvSpPr>
          <p:nvPr>
            <p:ph type="body" sz="quarter" idx="27" hasCustomPrompt="1"/>
          </p:nvPr>
        </p:nvSpPr>
        <p:spPr bwMode="gray">
          <a:xfrm>
            <a:off x="0" y="5202000"/>
            <a:ext cx="12192000" cy="1656000"/>
          </a:xfrm>
          <a:gradFill>
            <a:gsLst>
              <a:gs pos="0">
                <a:schemeClr val="bg1"/>
              </a:gs>
              <a:gs pos="80000">
                <a:schemeClr val="bg1">
                  <a:alpha val="0"/>
                </a:schemeClr>
              </a:gs>
            </a:gsLst>
            <a:lin ang="16200000" scaled="1"/>
          </a:gradFill>
        </p:spPr>
        <p:txBody>
          <a:bodyPr vert="horz" wrap="square" lIns="0" tIns="0" rIns="0" bIns="0" rtlCol="0">
            <a:noAutofit/>
          </a:bodyPr>
          <a:lstStyle>
            <a:lvl1pPr>
              <a:defRPr lang="en-US" sz="100" dirty="0">
                <a:solidFill>
                  <a:schemeClr val="bg1"/>
                </a:solidFill>
              </a:defRPr>
            </a:lvl1pPr>
          </a:lstStyle>
          <a:p>
            <a:pPr lvl="0"/>
            <a:r>
              <a:rPr lang="en-US"/>
              <a:t> </a:t>
            </a:r>
          </a:p>
        </p:txBody>
      </p:sp>
      <p:sp>
        <p:nvSpPr>
          <p:cNvPr id="10" name="Footer Placeholder 4">
            <a:extLst>
              <a:ext uri="{FF2B5EF4-FFF2-40B4-BE49-F238E27FC236}">
                <a16:creationId xmlns:a16="http://schemas.microsoft.com/office/drawing/2014/main" id="{87A8D542-4123-5D52-32A8-5A10FF2E7D6F}"/>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a:t>© 2023 NTT DATA Business Solutions</a:t>
            </a:r>
          </a:p>
        </p:txBody>
      </p:sp>
      <p:sp>
        <p:nvSpPr>
          <p:cNvPr id="15" name="Slide Number Placeholder 5">
            <a:extLst>
              <a:ext uri="{FF2B5EF4-FFF2-40B4-BE49-F238E27FC236}">
                <a16:creationId xmlns:a16="http://schemas.microsoft.com/office/drawing/2014/main" id="{3F919FBB-9A4E-7FAD-B0F2-5D660792C32E}"/>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a:p>
        </p:txBody>
      </p:sp>
      <p:sp>
        <p:nvSpPr>
          <p:cNvPr id="18" name="Title 5">
            <a:extLst>
              <a:ext uri="{FF2B5EF4-FFF2-40B4-BE49-F238E27FC236}">
                <a16:creationId xmlns:a16="http://schemas.microsoft.com/office/drawing/2014/main" id="{685F5729-4D42-77C1-FCC6-A3E027B0D91F}"/>
              </a:ext>
            </a:extLst>
          </p:cNvPr>
          <p:cNvSpPr>
            <a:spLocks noGrp="1"/>
          </p:cNvSpPr>
          <p:nvPr>
            <p:ph type="title" hasCustomPrompt="1"/>
          </p:nvPr>
        </p:nvSpPr>
        <p:spPr bwMode="gray">
          <a:xfrm>
            <a:off x="371475" y="333375"/>
            <a:ext cx="11449050" cy="792000"/>
          </a:xfrm>
        </p:spPr>
        <p:txBody>
          <a:bodyPr vert="horz"/>
          <a:lstStyle/>
          <a:p>
            <a:r>
              <a:rPr lang="en-US"/>
              <a:t>Click to edit Master title style</a:t>
            </a:r>
          </a:p>
        </p:txBody>
      </p:sp>
      <p:sp>
        <p:nvSpPr>
          <p:cNvPr id="3" name="Textplatzhalter 6">
            <a:extLst>
              <a:ext uri="{FF2B5EF4-FFF2-40B4-BE49-F238E27FC236}">
                <a16:creationId xmlns:a16="http://schemas.microsoft.com/office/drawing/2014/main" id="{C20AB549-57A1-AE9C-6237-51C9E313364C}"/>
              </a:ext>
            </a:extLst>
          </p:cNvPr>
          <p:cNvSpPr>
            <a:spLocks noGrp="1"/>
          </p:cNvSpPr>
          <p:nvPr>
            <p:ph type="body" sz="quarter" idx="30" hasCustomPrompt="1"/>
          </p:nvPr>
        </p:nvSpPr>
        <p:spPr bwMode="gray">
          <a:xfrm>
            <a:off x="10531725" y="6449745"/>
            <a:ext cx="1288800" cy="262800"/>
          </a:xfrm>
          <a:blipFill>
            <a:blip r:embed="rId2"/>
            <a:stretch>
              <a:fillRect/>
            </a:stretch>
          </a:blipFill>
        </p:spPr>
        <p:txBody>
          <a:bodyPr/>
          <a:lstStyle>
            <a:lvl1pPr>
              <a:defRPr/>
            </a:lvl1pPr>
          </a:lstStyle>
          <a:p>
            <a:pPr lvl="0"/>
            <a:r>
              <a:rPr lang="de-DE"/>
              <a:t> </a:t>
            </a:r>
            <a:endParaRPr lang="en-GB"/>
          </a:p>
        </p:txBody>
      </p:sp>
    </p:spTree>
    <p:extLst>
      <p:ext uri="{BB962C8B-B14F-4D97-AF65-F5344CB8AC3E}">
        <p14:creationId xmlns:p14="http://schemas.microsoft.com/office/powerpoint/2010/main" val="393219644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_Picture Three Dark">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2799AD32-EACB-40FD-ACFA-9178E8D00357}"/>
              </a:ext>
            </a:extLst>
          </p:cNvPr>
          <p:cNvSpPr>
            <a:spLocks noGrp="1"/>
          </p:cNvSpPr>
          <p:nvPr>
            <p:ph type="pic" sz="quarter" idx="13" hasCustomPrompt="1"/>
          </p:nvPr>
        </p:nvSpPr>
        <p:spPr bwMode="gray">
          <a:xfrm>
            <a:off x="1" y="1412875"/>
            <a:ext cx="4015999" cy="2772000"/>
          </a:xfrm>
          <a:prstGeom prst="rect">
            <a:avLst/>
          </a:prstGeom>
          <a:solidFill>
            <a:schemeClr val="accent6"/>
          </a:solidFill>
        </p:spPr>
        <p:txBody>
          <a:bodyPr anchor="ctr" anchorCtr="0"/>
          <a:lstStyle>
            <a:lvl1pPr algn="ctr">
              <a:defRPr sz="2000">
                <a:solidFill>
                  <a:schemeClr val="bg1"/>
                </a:solidFill>
              </a:defRPr>
            </a:lvl1pPr>
          </a:lstStyle>
          <a:p>
            <a:r>
              <a:rPr lang="en-US"/>
              <a:t>Click icon to add picture</a:t>
            </a:r>
          </a:p>
        </p:txBody>
      </p:sp>
      <p:sp>
        <p:nvSpPr>
          <p:cNvPr id="8" name="Picture Placeholder 6">
            <a:extLst>
              <a:ext uri="{FF2B5EF4-FFF2-40B4-BE49-F238E27FC236}">
                <a16:creationId xmlns:a16="http://schemas.microsoft.com/office/drawing/2014/main" id="{C73D5620-2B8C-49E1-ADF3-9ADE2BF3BA3C}"/>
              </a:ext>
            </a:extLst>
          </p:cNvPr>
          <p:cNvSpPr>
            <a:spLocks noGrp="1"/>
          </p:cNvSpPr>
          <p:nvPr>
            <p:ph type="pic" sz="quarter" idx="14" hasCustomPrompt="1"/>
          </p:nvPr>
        </p:nvSpPr>
        <p:spPr bwMode="gray">
          <a:xfrm>
            <a:off x="4088000" y="1412875"/>
            <a:ext cx="4015999" cy="2772000"/>
          </a:xfrm>
          <a:prstGeom prst="rect">
            <a:avLst/>
          </a:prstGeom>
          <a:solidFill>
            <a:schemeClr val="accent6"/>
          </a:solidFill>
        </p:spPr>
        <p:txBody>
          <a:bodyPr anchor="ctr" anchorCtr="0"/>
          <a:lstStyle>
            <a:lvl1pPr algn="ctr">
              <a:defRPr sz="2000">
                <a:solidFill>
                  <a:schemeClr val="bg1"/>
                </a:solidFill>
              </a:defRPr>
            </a:lvl1pPr>
          </a:lstStyle>
          <a:p>
            <a:r>
              <a:rPr lang="en-US"/>
              <a:t>Click icon to add picture</a:t>
            </a:r>
          </a:p>
        </p:txBody>
      </p:sp>
      <p:sp>
        <p:nvSpPr>
          <p:cNvPr id="9" name="Picture Placeholder 6">
            <a:extLst>
              <a:ext uri="{FF2B5EF4-FFF2-40B4-BE49-F238E27FC236}">
                <a16:creationId xmlns:a16="http://schemas.microsoft.com/office/drawing/2014/main" id="{A31D45D1-5334-4DD5-8154-DAD52B3C3972}"/>
              </a:ext>
            </a:extLst>
          </p:cNvPr>
          <p:cNvSpPr>
            <a:spLocks noGrp="1"/>
          </p:cNvSpPr>
          <p:nvPr>
            <p:ph type="pic" sz="quarter" idx="15" hasCustomPrompt="1"/>
          </p:nvPr>
        </p:nvSpPr>
        <p:spPr bwMode="gray">
          <a:xfrm>
            <a:off x="8175999" y="1412875"/>
            <a:ext cx="4015999" cy="2772000"/>
          </a:xfrm>
          <a:prstGeom prst="rect">
            <a:avLst/>
          </a:prstGeom>
          <a:solidFill>
            <a:schemeClr val="accent6"/>
          </a:solidFill>
        </p:spPr>
        <p:txBody>
          <a:bodyPr anchor="ctr" anchorCtr="0"/>
          <a:lstStyle>
            <a:lvl1pPr algn="ctr">
              <a:defRPr sz="2000">
                <a:solidFill>
                  <a:schemeClr val="bg1"/>
                </a:solidFill>
              </a:defRPr>
            </a:lvl1pPr>
          </a:lstStyle>
          <a:p>
            <a:r>
              <a:rPr lang="en-US"/>
              <a:t>Click icon to add picture</a:t>
            </a:r>
          </a:p>
        </p:txBody>
      </p:sp>
      <p:sp>
        <p:nvSpPr>
          <p:cNvPr id="6" name="Title 5">
            <a:extLst>
              <a:ext uri="{FF2B5EF4-FFF2-40B4-BE49-F238E27FC236}">
                <a16:creationId xmlns:a16="http://schemas.microsoft.com/office/drawing/2014/main" id="{07792201-616E-4C9D-B2C5-4900CE58E947}"/>
              </a:ext>
            </a:extLst>
          </p:cNvPr>
          <p:cNvSpPr>
            <a:spLocks noGrp="1"/>
          </p:cNvSpPr>
          <p:nvPr>
            <p:ph type="title" hasCustomPrompt="1"/>
          </p:nvPr>
        </p:nvSpPr>
        <p:spPr bwMode="gray">
          <a:xfrm>
            <a:off x="371475" y="333375"/>
            <a:ext cx="11449050" cy="792000"/>
          </a:xfrm>
        </p:spPr>
        <p:txBody>
          <a:bodyPr vert="horz"/>
          <a:lstStyle/>
          <a:p>
            <a:r>
              <a:rPr lang="en-US"/>
              <a:t>Click to edit Master title style</a:t>
            </a:r>
          </a:p>
        </p:txBody>
      </p:sp>
      <p:sp>
        <p:nvSpPr>
          <p:cNvPr id="4" name="Footer Placeholder 4">
            <a:extLst>
              <a:ext uri="{FF2B5EF4-FFF2-40B4-BE49-F238E27FC236}">
                <a16:creationId xmlns:a16="http://schemas.microsoft.com/office/drawing/2014/main" id="{CE3B8E11-1E99-8E14-7DC2-2A5585E8FA2F}"/>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a:t>© 2023 NTT DATA Business Solutions</a:t>
            </a:r>
          </a:p>
        </p:txBody>
      </p:sp>
      <p:sp>
        <p:nvSpPr>
          <p:cNvPr id="5" name="Slide Number Placeholder 5">
            <a:extLst>
              <a:ext uri="{FF2B5EF4-FFF2-40B4-BE49-F238E27FC236}">
                <a16:creationId xmlns:a16="http://schemas.microsoft.com/office/drawing/2014/main" id="{C894E80A-235B-AC62-CD2D-E4D54353CE6C}"/>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a:p>
        </p:txBody>
      </p:sp>
      <p:sp>
        <p:nvSpPr>
          <p:cNvPr id="14" name="Textplatzhalter 13">
            <a:extLst>
              <a:ext uri="{FF2B5EF4-FFF2-40B4-BE49-F238E27FC236}">
                <a16:creationId xmlns:a16="http://schemas.microsoft.com/office/drawing/2014/main" id="{AC42C376-0AFE-66AC-AD48-D7DF83D28D5E}"/>
              </a:ext>
            </a:extLst>
          </p:cNvPr>
          <p:cNvSpPr>
            <a:spLocks noGrp="1"/>
          </p:cNvSpPr>
          <p:nvPr>
            <p:ph type="body" sz="quarter" idx="16"/>
          </p:nvPr>
        </p:nvSpPr>
        <p:spPr bwMode="gray">
          <a:xfrm>
            <a:off x="371475" y="4378960"/>
            <a:ext cx="3657600" cy="18576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15" name="Textplatzhalter 13">
            <a:extLst>
              <a:ext uri="{FF2B5EF4-FFF2-40B4-BE49-F238E27FC236}">
                <a16:creationId xmlns:a16="http://schemas.microsoft.com/office/drawing/2014/main" id="{697B4F67-9197-1F0C-06C1-2D7581F2472B}"/>
              </a:ext>
            </a:extLst>
          </p:cNvPr>
          <p:cNvSpPr>
            <a:spLocks noGrp="1"/>
          </p:cNvSpPr>
          <p:nvPr>
            <p:ph type="body" sz="quarter" idx="17"/>
          </p:nvPr>
        </p:nvSpPr>
        <p:spPr bwMode="gray">
          <a:xfrm>
            <a:off x="4267201" y="4378960"/>
            <a:ext cx="3657600" cy="18576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16" name="Textplatzhalter 13">
            <a:extLst>
              <a:ext uri="{FF2B5EF4-FFF2-40B4-BE49-F238E27FC236}">
                <a16:creationId xmlns:a16="http://schemas.microsoft.com/office/drawing/2014/main" id="{3BAF9EDB-8398-EBF9-65E7-486218682E84}"/>
              </a:ext>
            </a:extLst>
          </p:cNvPr>
          <p:cNvSpPr>
            <a:spLocks noGrp="1"/>
          </p:cNvSpPr>
          <p:nvPr>
            <p:ph type="body" sz="quarter" idx="18"/>
          </p:nvPr>
        </p:nvSpPr>
        <p:spPr bwMode="gray">
          <a:xfrm>
            <a:off x="8162925" y="4378960"/>
            <a:ext cx="3657600" cy="18576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Tree>
    <p:extLst>
      <p:ext uri="{BB962C8B-B14F-4D97-AF65-F5344CB8AC3E}">
        <p14:creationId xmlns:p14="http://schemas.microsoft.com/office/powerpoint/2010/main" val="3404558505"/>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_Picture Collection Dark">
    <p:bg bwMode="gray">
      <p:bgPr>
        <a:solidFill>
          <a:schemeClr val="bg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FBA9505-91C7-B9FF-4651-787D86C3BED1}"/>
              </a:ext>
            </a:extLst>
          </p:cNvPr>
          <p:cNvSpPr txBox="1"/>
          <p:nvPr userDrawn="1"/>
        </p:nvSpPr>
        <p:spPr bwMode="gray">
          <a:xfrm>
            <a:off x="3685309" y="-803564"/>
            <a:ext cx="0" cy="0"/>
          </a:xfrm>
          <a:prstGeom prst="rect">
            <a:avLst/>
          </a:prstGeom>
          <a:noFill/>
        </p:spPr>
        <p:txBody>
          <a:bodyPr wrap="none" rtlCol="0">
            <a:noAutofit/>
          </a:bodyPr>
          <a:lstStyle/>
          <a:p>
            <a:pPr algn="l"/>
            <a:endParaRPr lang="en-US">
              <a:solidFill>
                <a:srgbClr val="FFFFFF"/>
              </a:solidFill>
            </a:endParaRPr>
          </a:p>
        </p:txBody>
      </p:sp>
      <p:sp>
        <p:nvSpPr>
          <p:cNvPr id="8" name="Footer Placeholder 4">
            <a:extLst>
              <a:ext uri="{FF2B5EF4-FFF2-40B4-BE49-F238E27FC236}">
                <a16:creationId xmlns:a16="http://schemas.microsoft.com/office/drawing/2014/main" id="{59C35B40-A84A-00D6-5FD3-6FD80F61E86D}"/>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a:t>© 2023 NTT DATA Business Solutions</a:t>
            </a:r>
          </a:p>
        </p:txBody>
      </p:sp>
      <p:sp>
        <p:nvSpPr>
          <p:cNvPr id="9" name="Slide Number Placeholder 5">
            <a:extLst>
              <a:ext uri="{FF2B5EF4-FFF2-40B4-BE49-F238E27FC236}">
                <a16:creationId xmlns:a16="http://schemas.microsoft.com/office/drawing/2014/main" id="{BFC1EFC3-6CA1-181A-9D7F-24D4581B2107}"/>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a:p>
        </p:txBody>
      </p:sp>
      <p:sp>
        <p:nvSpPr>
          <p:cNvPr id="20" name="Picture Placeholder 25">
            <a:extLst>
              <a:ext uri="{FF2B5EF4-FFF2-40B4-BE49-F238E27FC236}">
                <a16:creationId xmlns:a16="http://schemas.microsoft.com/office/drawing/2014/main" id="{0C8FF3E1-7296-5F16-4A05-46FE6C63B735}"/>
              </a:ext>
              <a:ext uri="{C183D7F6-B498-43B3-948B-1728B52AA6E4}">
                <adec:decorative xmlns:adec="http://schemas.microsoft.com/office/drawing/2017/decorative" val="1"/>
              </a:ext>
            </a:extLst>
          </p:cNvPr>
          <p:cNvSpPr>
            <a:spLocks noGrp="1"/>
          </p:cNvSpPr>
          <p:nvPr>
            <p:ph type="pic" sz="quarter" idx="22" hasCustomPrompt="1"/>
          </p:nvPr>
        </p:nvSpPr>
        <p:spPr bwMode="gray">
          <a:xfrm>
            <a:off x="3884852" y="3987605"/>
            <a:ext cx="5371357" cy="2249683"/>
          </a:xfrm>
          <a:prstGeom prst="roundRect">
            <a:avLst>
              <a:gd name="adj" fmla="val 0"/>
            </a:avLst>
          </a:prstGeom>
          <a:solidFill>
            <a:schemeClr val="bg2"/>
          </a:solidFill>
          <a:ln w="3175" cmpd="sng">
            <a:noFill/>
          </a:ln>
          <a:effectLst/>
        </p:spPr>
        <p:txBody>
          <a:bodyPr vert="horz" lIns="91440" tIns="45720" rIns="91440" bIns="45720" rtlCol="0" anchor="ctr" anchorCtr="0">
            <a:normAutofit/>
          </a:bodyPr>
          <a:lstStyle>
            <a:lvl1pPr marL="0" indent="0" algn="ctr" defTabSz="1219170" rtl="0" eaLnBrk="1" latinLnBrk="0" hangingPunct="1">
              <a:lnSpc>
                <a:spcPct val="95000"/>
              </a:lnSpc>
              <a:spcBef>
                <a:spcPts val="1920"/>
              </a:spcBef>
              <a:buClr>
                <a:srgbClr val="92D050"/>
              </a:buClr>
              <a:buSzPct val="90000"/>
              <a:buFont typeface="Arial" pitchFamily="34" charset="0"/>
              <a:buNone/>
              <a:tabLst/>
              <a:defRPr lang="en-US" sz="2667" kern="1200" dirty="0">
                <a:solidFill>
                  <a:schemeClr val="tx1"/>
                </a:solidFill>
                <a:latin typeface="+mn-lt"/>
                <a:ea typeface="+mn-ea"/>
                <a:cs typeface="+mn-cs"/>
              </a:defRPr>
            </a:lvl1pPr>
          </a:lstStyle>
          <a:p>
            <a:r>
              <a:rPr lang="en-US"/>
              <a:t>Insert photo here</a:t>
            </a:r>
          </a:p>
        </p:txBody>
      </p:sp>
      <p:sp>
        <p:nvSpPr>
          <p:cNvPr id="23" name="Rounded Rectangle 12">
            <a:extLst>
              <a:ext uri="{FF2B5EF4-FFF2-40B4-BE49-F238E27FC236}">
                <a16:creationId xmlns:a16="http://schemas.microsoft.com/office/drawing/2014/main" id="{40AB8DA9-A69B-4E07-649F-D7F377939A43}"/>
              </a:ext>
              <a:ext uri="{C183D7F6-B498-43B3-948B-1728B52AA6E4}">
                <adec:decorative xmlns:adec="http://schemas.microsoft.com/office/drawing/2017/decorative" val="1"/>
              </a:ext>
            </a:extLst>
          </p:cNvPr>
          <p:cNvSpPr/>
          <p:nvPr userDrawn="1"/>
        </p:nvSpPr>
        <p:spPr bwMode="gray">
          <a:xfrm>
            <a:off x="9349318" y="2163386"/>
            <a:ext cx="2484125" cy="2675053"/>
          </a:xfrm>
          <a:prstGeom prst="roundRect">
            <a:avLst>
              <a:gd name="adj" fmla="val 0"/>
            </a:avLst>
          </a:prstGeom>
          <a:solidFill>
            <a:schemeClr val="bg1">
              <a:alpha val="3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tx1"/>
              </a:solidFill>
              <a:latin typeface="+mn-lt"/>
            </a:endParaRPr>
          </a:p>
        </p:txBody>
      </p:sp>
      <p:sp>
        <p:nvSpPr>
          <p:cNvPr id="27" name="Picture Placeholder 25">
            <a:extLst>
              <a:ext uri="{FF2B5EF4-FFF2-40B4-BE49-F238E27FC236}">
                <a16:creationId xmlns:a16="http://schemas.microsoft.com/office/drawing/2014/main" id="{FD37530F-3C4A-7D5E-92A7-0ECB53BEF791}"/>
              </a:ext>
              <a:ext uri="{C183D7F6-B498-43B3-948B-1728B52AA6E4}">
                <adec:decorative xmlns:adec="http://schemas.microsoft.com/office/drawing/2017/decorative" val="1"/>
              </a:ext>
            </a:extLst>
          </p:cNvPr>
          <p:cNvSpPr>
            <a:spLocks noGrp="1"/>
          </p:cNvSpPr>
          <p:nvPr>
            <p:ph type="pic" sz="quarter" idx="10" hasCustomPrompt="1"/>
          </p:nvPr>
        </p:nvSpPr>
        <p:spPr bwMode="gray">
          <a:xfrm>
            <a:off x="371475" y="333373"/>
            <a:ext cx="4419959" cy="3547536"/>
          </a:xfrm>
          <a:prstGeom prst="roundRect">
            <a:avLst>
              <a:gd name="adj" fmla="val 0"/>
            </a:avLst>
          </a:prstGeom>
          <a:solidFill>
            <a:schemeClr val="bg2"/>
          </a:solidFill>
          <a:ln>
            <a:noFill/>
          </a:ln>
          <a:effectLst/>
        </p:spPr>
        <p:txBody>
          <a:bodyPr vert="horz" lIns="91440" tIns="45720" rIns="91440" bIns="45720" rtlCol="0" anchor="ctr" anchorCtr="0">
            <a:normAutofit/>
          </a:bodyPr>
          <a:lstStyle>
            <a:lvl1pPr marL="0" indent="0" algn="ctr" defTabSz="1219170" rtl="0" eaLnBrk="1" latinLnBrk="0" hangingPunct="1">
              <a:lnSpc>
                <a:spcPct val="100000"/>
              </a:lnSpc>
              <a:spcBef>
                <a:spcPts val="1920"/>
              </a:spcBef>
              <a:buClr>
                <a:srgbClr val="92D050"/>
              </a:buClr>
              <a:buSzPct val="90000"/>
              <a:buFont typeface="Arial" pitchFamily="34" charset="0"/>
              <a:buNone/>
              <a:tabLst/>
              <a:defRPr lang="en-US" sz="2667" kern="1200" dirty="0">
                <a:solidFill>
                  <a:schemeClr val="tx1"/>
                </a:solidFill>
                <a:latin typeface="+mn-lt"/>
                <a:ea typeface="+mn-ea"/>
                <a:cs typeface="+mn-cs"/>
              </a:defRPr>
            </a:lvl1pPr>
          </a:lstStyle>
          <a:p>
            <a:r>
              <a:rPr lang="en-US"/>
              <a:t>Insert photo here</a:t>
            </a:r>
          </a:p>
        </p:txBody>
      </p:sp>
      <p:sp>
        <p:nvSpPr>
          <p:cNvPr id="30" name="Picture Placeholder 25">
            <a:extLst>
              <a:ext uri="{FF2B5EF4-FFF2-40B4-BE49-F238E27FC236}">
                <a16:creationId xmlns:a16="http://schemas.microsoft.com/office/drawing/2014/main" id="{E9885110-503F-60E9-B051-6A81233C1D93}"/>
              </a:ext>
              <a:ext uri="{C183D7F6-B498-43B3-948B-1728B52AA6E4}">
                <adec:decorative xmlns:adec="http://schemas.microsoft.com/office/drawing/2017/decorative" val="1"/>
              </a:ext>
            </a:extLst>
          </p:cNvPr>
          <p:cNvSpPr>
            <a:spLocks noGrp="1"/>
          </p:cNvSpPr>
          <p:nvPr>
            <p:ph type="pic" sz="quarter" idx="15" hasCustomPrompt="1"/>
          </p:nvPr>
        </p:nvSpPr>
        <p:spPr bwMode="gray">
          <a:xfrm>
            <a:off x="9349318" y="2140170"/>
            <a:ext cx="2448000" cy="2680693"/>
          </a:xfrm>
          <a:prstGeom prst="roundRect">
            <a:avLst>
              <a:gd name="adj" fmla="val 0"/>
            </a:avLst>
          </a:prstGeom>
          <a:solidFill>
            <a:schemeClr val="bg2"/>
          </a:solidFill>
          <a:ln w="3175" cmpd="sng">
            <a:noFill/>
          </a:ln>
          <a:effectLst/>
        </p:spPr>
        <p:txBody>
          <a:bodyPr vert="horz" lIns="91440" tIns="45720" rIns="91440" bIns="45720" rtlCol="0" anchor="ctr" anchorCtr="0">
            <a:normAutofit/>
          </a:bodyPr>
          <a:lstStyle>
            <a:lvl1pPr marL="0" indent="0" algn="ctr" defTabSz="1219170" rtl="0" eaLnBrk="1" latinLnBrk="0" hangingPunct="1">
              <a:lnSpc>
                <a:spcPct val="100000"/>
              </a:lnSpc>
              <a:spcBef>
                <a:spcPts val="1920"/>
              </a:spcBef>
              <a:buClr>
                <a:srgbClr val="92D050"/>
              </a:buClr>
              <a:buSzPct val="90000"/>
              <a:buFont typeface="Arial" pitchFamily="34" charset="0"/>
              <a:buNone/>
              <a:tabLst/>
              <a:defRPr lang="en-US" sz="2667" kern="1200" dirty="0">
                <a:solidFill>
                  <a:schemeClr val="tx1"/>
                </a:solidFill>
                <a:latin typeface="+mn-lt"/>
                <a:ea typeface="+mn-ea"/>
                <a:cs typeface="+mn-cs"/>
              </a:defRPr>
            </a:lvl1pPr>
          </a:lstStyle>
          <a:p>
            <a:r>
              <a:rPr lang="en-US"/>
              <a:t>Insert photo here</a:t>
            </a:r>
          </a:p>
        </p:txBody>
      </p:sp>
      <p:sp>
        <p:nvSpPr>
          <p:cNvPr id="31" name="Text Placeholder 4">
            <a:extLst>
              <a:ext uri="{FF2B5EF4-FFF2-40B4-BE49-F238E27FC236}">
                <a16:creationId xmlns:a16="http://schemas.microsoft.com/office/drawing/2014/main" id="{C71208CF-104A-8CA6-560F-DD8F1E42F180}"/>
              </a:ext>
            </a:extLst>
          </p:cNvPr>
          <p:cNvSpPr>
            <a:spLocks noGrp="1"/>
          </p:cNvSpPr>
          <p:nvPr>
            <p:ph type="body" sz="quarter" idx="23" hasCustomPrompt="1"/>
          </p:nvPr>
        </p:nvSpPr>
        <p:spPr bwMode="gray">
          <a:xfrm>
            <a:off x="371475" y="2422522"/>
            <a:ext cx="4419959" cy="1458387"/>
          </a:xfrm>
          <a:prstGeom prst="roundRect">
            <a:avLst>
              <a:gd name="adj" fmla="val 0"/>
            </a:avLst>
          </a:prstGeom>
          <a:noFill/>
          <a:ln>
            <a:noFill/>
          </a:ln>
          <a:effectLst/>
        </p:spPr>
        <p:txBody>
          <a:bodyPr anchor="t" anchorCtr="0"/>
          <a:lstStyle>
            <a:lvl1pPr algn="ctr">
              <a:lnSpc>
                <a:spcPct val="100000"/>
              </a:lnSpc>
              <a:defRPr sz="2133">
                <a:solidFill>
                  <a:schemeClr val="tx1"/>
                </a:solidFill>
                <a:latin typeface="+mn-lt"/>
                <a:cs typeface="Arial"/>
              </a:defRPr>
            </a:lvl1pPr>
            <a:lvl2pPr algn="l">
              <a:defRPr>
                <a:solidFill>
                  <a:schemeClr val="bg1"/>
                </a:solidFil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a:t>Click to edit Master text styles</a:t>
            </a:r>
          </a:p>
        </p:txBody>
      </p:sp>
      <p:sp>
        <p:nvSpPr>
          <p:cNvPr id="32" name="Text Placeholder 4">
            <a:extLst>
              <a:ext uri="{FF2B5EF4-FFF2-40B4-BE49-F238E27FC236}">
                <a16:creationId xmlns:a16="http://schemas.microsoft.com/office/drawing/2014/main" id="{3DC9B537-F308-5D0A-0ADB-686C85DB162E}"/>
              </a:ext>
            </a:extLst>
          </p:cNvPr>
          <p:cNvSpPr>
            <a:spLocks noGrp="1"/>
          </p:cNvSpPr>
          <p:nvPr>
            <p:ph type="body" sz="quarter" idx="17" hasCustomPrompt="1"/>
          </p:nvPr>
        </p:nvSpPr>
        <p:spPr bwMode="gray">
          <a:xfrm>
            <a:off x="4884544" y="333375"/>
            <a:ext cx="4371666" cy="3555695"/>
          </a:xfrm>
          <a:prstGeom prst="roundRect">
            <a:avLst>
              <a:gd name="adj" fmla="val 0"/>
            </a:avLst>
          </a:prstGeom>
          <a:solidFill>
            <a:schemeClr val="bg1"/>
          </a:solidFill>
          <a:ln>
            <a:noFill/>
          </a:ln>
          <a:effectLst/>
        </p:spPr>
        <p:txBody>
          <a:bodyPr lIns="108000" anchor="ctr"/>
          <a:lstStyle>
            <a:lvl1pPr marL="0" indent="0" algn="l">
              <a:lnSpc>
                <a:spcPct val="100000"/>
              </a:lnSpc>
              <a:tabLst/>
              <a:defRPr sz="3200" b="1">
                <a:solidFill>
                  <a:schemeClr val="tx1"/>
                </a:solidFill>
                <a:effectLst/>
                <a:latin typeface="+mn-lt"/>
                <a:cs typeface="Arial"/>
              </a:defRPr>
            </a:lvl1pPr>
            <a:lvl2pPr marL="0" indent="0" algn="l">
              <a:lnSpc>
                <a:spcPct val="100000"/>
              </a:lnSpc>
              <a:defRPr>
                <a:solidFill>
                  <a:schemeClr val="tx1"/>
                </a:solidFill>
                <a:effectLst/>
                <a:latin typeface="+mn-lt"/>
                <a:cs typeface="Aria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a:t>Click to edit Master text styles</a:t>
            </a:r>
          </a:p>
          <a:p>
            <a:pPr lvl="1"/>
            <a:r>
              <a:rPr lang="en-US" altLang="ja-JP"/>
              <a:t>Second level</a:t>
            </a:r>
          </a:p>
        </p:txBody>
      </p:sp>
      <p:sp>
        <p:nvSpPr>
          <p:cNvPr id="33" name="Text Placeholder 4">
            <a:extLst>
              <a:ext uri="{FF2B5EF4-FFF2-40B4-BE49-F238E27FC236}">
                <a16:creationId xmlns:a16="http://schemas.microsoft.com/office/drawing/2014/main" id="{43A55220-973F-D77F-0512-928E00FD23A5}"/>
              </a:ext>
            </a:extLst>
          </p:cNvPr>
          <p:cNvSpPr>
            <a:spLocks noGrp="1"/>
          </p:cNvSpPr>
          <p:nvPr>
            <p:ph type="body" sz="quarter" idx="14" hasCustomPrompt="1"/>
          </p:nvPr>
        </p:nvSpPr>
        <p:spPr bwMode="gray">
          <a:xfrm>
            <a:off x="9359747" y="333375"/>
            <a:ext cx="2448000" cy="1700963"/>
          </a:xfrm>
          <a:prstGeom prst="roundRect">
            <a:avLst>
              <a:gd name="adj" fmla="val 0"/>
            </a:avLst>
          </a:prstGeom>
          <a:solidFill>
            <a:schemeClr val="accent6"/>
          </a:solidFill>
          <a:ln>
            <a:noFill/>
          </a:ln>
          <a:effectLst/>
        </p:spPr>
        <p:txBody>
          <a:bodyPr anchor="ctr"/>
          <a:lstStyle>
            <a:lvl1pPr algn="ctr">
              <a:lnSpc>
                <a:spcPct val="100000"/>
              </a:lnSpc>
              <a:defRPr sz="2133">
                <a:solidFill>
                  <a:schemeClr val="tx1"/>
                </a:solidFill>
                <a:latin typeface="+mn-lt"/>
                <a:cs typeface="Arial"/>
              </a:defRPr>
            </a:lvl1pPr>
            <a:lvl2pPr algn="l">
              <a:defRPr>
                <a:solidFill>
                  <a:schemeClr val="bg1"/>
                </a:solidFil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a:t>Click to edit Master text styles</a:t>
            </a:r>
          </a:p>
        </p:txBody>
      </p:sp>
      <p:sp>
        <p:nvSpPr>
          <p:cNvPr id="34" name="Text Placeholder 4">
            <a:extLst>
              <a:ext uri="{FF2B5EF4-FFF2-40B4-BE49-F238E27FC236}">
                <a16:creationId xmlns:a16="http://schemas.microsoft.com/office/drawing/2014/main" id="{C8D66836-BE4C-186F-91EC-6185CD7DBB8F}"/>
              </a:ext>
            </a:extLst>
          </p:cNvPr>
          <p:cNvSpPr>
            <a:spLocks noGrp="1"/>
          </p:cNvSpPr>
          <p:nvPr>
            <p:ph type="body" sz="quarter" idx="21" hasCustomPrompt="1"/>
          </p:nvPr>
        </p:nvSpPr>
        <p:spPr bwMode="gray">
          <a:xfrm>
            <a:off x="9349318" y="3744196"/>
            <a:ext cx="2448000" cy="1076667"/>
          </a:xfrm>
          <a:prstGeom prst="roundRect">
            <a:avLst>
              <a:gd name="adj" fmla="val 0"/>
            </a:avLst>
          </a:prstGeom>
          <a:noFill/>
          <a:ln>
            <a:noFill/>
          </a:ln>
          <a:effectLst/>
        </p:spPr>
        <p:txBody>
          <a:bodyPr anchor="t" anchorCtr="0"/>
          <a:lstStyle>
            <a:lvl1pPr algn="ctr">
              <a:defRPr sz="2133">
                <a:solidFill>
                  <a:schemeClr val="tx1"/>
                </a:solidFill>
                <a:latin typeface="+mn-lt"/>
                <a:cs typeface="Arial"/>
              </a:defRPr>
            </a:lvl1pPr>
            <a:lvl2pPr algn="l">
              <a:defRPr>
                <a:solidFill>
                  <a:schemeClr val="bg1"/>
                </a:solidFil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a:t>Click to edit Master text styles</a:t>
            </a:r>
          </a:p>
        </p:txBody>
      </p:sp>
      <p:sp>
        <p:nvSpPr>
          <p:cNvPr id="35" name="Text Placeholder 4">
            <a:extLst>
              <a:ext uri="{FF2B5EF4-FFF2-40B4-BE49-F238E27FC236}">
                <a16:creationId xmlns:a16="http://schemas.microsoft.com/office/drawing/2014/main" id="{BF07220C-71BF-2AC7-BDED-7C252C625877}"/>
              </a:ext>
            </a:extLst>
          </p:cNvPr>
          <p:cNvSpPr>
            <a:spLocks noGrp="1"/>
          </p:cNvSpPr>
          <p:nvPr>
            <p:ph type="body" sz="quarter" idx="13" hasCustomPrompt="1"/>
          </p:nvPr>
        </p:nvSpPr>
        <p:spPr bwMode="gray">
          <a:xfrm>
            <a:off x="371475" y="3987606"/>
            <a:ext cx="3420269" cy="2249682"/>
          </a:xfrm>
          <a:prstGeom prst="roundRect">
            <a:avLst>
              <a:gd name="adj" fmla="val 0"/>
            </a:avLst>
          </a:prstGeom>
          <a:solidFill>
            <a:schemeClr val="accent6"/>
          </a:solidFill>
          <a:ln>
            <a:noFill/>
          </a:ln>
          <a:effectLst/>
        </p:spPr>
        <p:txBody>
          <a:bodyPr lIns="108000" anchor="ctr"/>
          <a:lstStyle>
            <a:lvl1pPr algn="l">
              <a:lnSpc>
                <a:spcPct val="100000"/>
              </a:lnSpc>
              <a:defRPr sz="2667" b="1">
                <a:solidFill>
                  <a:schemeClr val="tx1"/>
                </a:solidFill>
                <a:latin typeface="+mn-lt"/>
                <a:cs typeface="Arial"/>
              </a:defRPr>
            </a:lvl1pPr>
            <a:lvl2pPr algn="l">
              <a:defRPr>
                <a:solidFill>
                  <a:schemeClr val="tx2"/>
                </a:solidFill>
              </a:defRPr>
            </a:lvl2pPr>
            <a:lvl3pPr algn="l">
              <a:defRPr>
                <a:solidFill>
                  <a:schemeClr val="tx2"/>
                </a:solidFill>
              </a:defRPr>
            </a:lvl3pPr>
            <a:lvl4pPr algn="ctr">
              <a:defRPr>
                <a:solidFill>
                  <a:schemeClr val="bg1"/>
                </a:solidFill>
              </a:defRPr>
            </a:lvl4pPr>
            <a:lvl5pPr algn="ctr">
              <a:defRPr>
                <a:solidFill>
                  <a:schemeClr val="bg1"/>
                </a:solidFill>
              </a:defRPr>
            </a:lvl5pPr>
          </a:lstStyle>
          <a:p>
            <a:pPr lvl="0"/>
            <a:r>
              <a:rPr lang="en-US" altLang="ja-JP"/>
              <a:t>Click to edit Master text styles</a:t>
            </a:r>
          </a:p>
        </p:txBody>
      </p:sp>
      <p:sp>
        <p:nvSpPr>
          <p:cNvPr id="36" name="Text Placeholder 4">
            <a:extLst>
              <a:ext uri="{FF2B5EF4-FFF2-40B4-BE49-F238E27FC236}">
                <a16:creationId xmlns:a16="http://schemas.microsoft.com/office/drawing/2014/main" id="{8B870FE4-EEFB-FE24-2C58-DE2A16E0E9A1}"/>
              </a:ext>
            </a:extLst>
          </p:cNvPr>
          <p:cNvSpPr>
            <a:spLocks noGrp="1"/>
          </p:cNvSpPr>
          <p:nvPr>
            <p:ph type="body" sz="quarter" idx="20" hasCustomPrompt="1"/>
          </p:nvPr>
        </p:nvSpPr>
        <p:spPr bwMode="gray">
          <a:xfrm>
            <a:off x="3884852" y="5399590"/>
            <a:ext cx="5371200" cy="837698"/>
          </a:xfrm>
          <a:prstGeom prst="roundRect">
            <a:avLst>
              <a:gd name="adj" fmla="val 0"/>
            </a:avLst>
          </a:prstGeom>
          <a:noFill/>
          <a:ln>
            <a:noFill/>
          </a:ln>
          <a:effectLst/>
        </p:spPr>
        <p:txBody>
          <a:bodyPr anchor="t" anchorCtr="0"/>
          <a:lstStyle>
            <a:lvl1pPr algn="ctr">
              <a:lnSpc>
                <a:spcPct val="100000"/>
              </a:lnSpc>
              <a:defRPr sz="2133">
                <a:solidFill>
                  <a:schemeClr val="tx1"/>
                </a:solidFill>
                <a:latin typeface="+mn-lt"/>
                <a:cs typeface="Arial"/>
              </a:defRPr>
            </a:lvl1pPr>
            <a:lvl2pPr algn="l">
              <a:defRPr>
                <a:solidFill>
                  <a:schemeClr val="bg1"/>
                </a:solidFil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a:t>Click to edit Master text styles</a:t>
            </a:r>
          </a:p>
        </p:txBody>
      </p:sp>
      <p:sp>
        <p:nvSpPr>
          <p:cNvPr id="37" name="Text Placeholder 4">
            <a:extLst>
              <a:ext uri="{FF2B5EF4-FFF2-40B4-BE49-F238E27FC236}">
                <a16:creationId xmlns:a16="http://schemas.microsoft.com/office/drawing/2014/main" id="{D6DDC3D0-182E-7130-0E50-6B1AB5C1DE01}"/>
              </a:ext>
            </a:extLst>
          </p:cNvPr>
          <p:cNvSpPr>
            <a:spLocks noGrp="1"/>
          </p:cNvSpPr>
          <p:nvPr>
            <p:ph type="body" sz="quarter" idx="19" hasCustomPrompt="1"/>
          </p:nvPr>
        </p:nvSpPr>
        <p:spPr bwMode="gray">
          <a:xfrm>
            <a:off x="9349318" y="4926695"/>
            <a:ext cx="2448000" cy="1310593"/>
          </a:xfrm>
          <a:prstGeom prst="roundRect">
            <a:avLst>
              <a:gd name="adj" fmla="val 0"/>
            </a:avLst>
          </a:prstGeom>
          <a:solidFill>
            <a:schemeClr val="accent1"/>
          </a:solidFill>
          <a:ln>
            <a:noFill/>
          </a:ln>
          <a:effectLst/>
        </p:spPr>
        <p:txBody>
          <a:bodyPr anchor="ctr"/>
          <a:lstStyle>
            <a:lvl1pPr algn="ctr">
              <a:lnSpc>
                <a:spcPct val="100000"/>
              </a:lnSpc>
              <a:defRPr sz="2133">
                <a:solidFill>
                  <a:schemeClr val="tx1"/>
                </a:solidFill>
                <a:latin typeface="+mn-lt"/>
                <a:cs typeface="Arial"/>
              </a:defRPr>
            </a:lvl1pPr>
            <a:lvl2pPr algn="l">
              <a:defRPr>
                <a:solidFill>
                  <a:schemeClr val="bg1"/>
                </a:solidFil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a:t>Click to edit Master text styles</a:t>
            </a:r>
          </a:p>
        </p:txBody>
      </p:sp>
    </p:spTree>
    <p:extLst>
      <p:ext uri="{BB962C8B-B14F-4D97-AF65-F5344CB8AC3E}">
        <p14:creationId xmlns:p14="http://schemas.microsoft.com/office/powerpoint/2010/main" val="302104171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D_Contact_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0C3BB7C-B4A7-41A4-8C5A-903570B6070B}"/>
              </a:ext>
            </a:extLst>
          </p:cNvPr>
          <p:cNvSpPr>
            <a:spLocks noGrp="1"/>
          </p:cNvSpPr>
          <p:nvPr>
            <p:ph type="title" hasCustomPrompt="1"/>
          </p:nvPr>
        </p:nvSpPr>
        <p:spPr bwMode="gray"/>
        <p:txBody>
          <a:bodyPr vert="horz"/>
          <a:lstStyle/>
          <a:p>
            <a:r>
              <a:rPr lang="en-US"/>
              <a:t>Click to edit Master title style</a:t>
            </a:r>
          </a:p>
        </p:txBody>
      </p:sp>
      <p:sp>
        <p:nvSpPr>
          <p:cNvPr id="10" name="Footer Placeholder 4">
            <a:extLst>
              <a:ext uri="{FF2B5EF4-FFF2-40B4-BE49-F238E27FC236}">
                <a16:creationId xmlns:a16="http://schemas.microsoft.com/office/drawing/2014/main" id="{A9C53063-1F58-BE27-2E94-7E00DE772613}"/>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a:t>© 2023 NTT DATA Business Solutions</a:t>
            </a:r>
          </a:p>
        </p:txBody>
      </p:sp>
      <p:sp>
        <p:nvSpPr>
          <p:cNvPr id="11" name="Slide Number Placeholder 5">
            <a:extLst>
              <a:ext uri="{FF2B5EF4-FFF2-40B4-BE49-F238E27FC236}">
                <a16:creationId xmlns:a16="http://schemas.microsoft.com/office/drawing/2014/main" id="{AF1EE05E-1EF3-FA88-09CC-87DB6B58184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a:p>
        </p:txBody>
      </p:sp>
      <p:sp>
        <p:nvSpPr>
          <p:cNvPr id="2" name="Bild">
            <a:extLst>
              <a:ext uri="{FF2B5EF4-FFF2-40B4-BE49-F238E27FC236}">
                <a16:creationId xmlns:a16="http://schemas.microsoft.com/office/drawing/2014/main" id="{4CC7DCAF-B2CD-3B7D-E178-56F93103926F}"/>
              </a:ext>
            </a:extLst>
          </p:cNvPr>
          <p:cNvSpPr>
            <a:spLocks noGrp="1"/>
          </p:cNvSpPr>
          <p:nvPr>
            <p:ph type="pic" sz="quarter" idx="18"/>
          </p:nvPr>
        </p:nvSpPr>
        <p:spPr bwMode="gray">
          <a:xfrm>
            <a:off x="2267270" y="2011950"/>
            <a:ext cx="3488705" cy="3488400"/>
          </a:xfrm>
          <a:prstGeom prst="ellipse">
            <a:avLst/>
          </a:prstGeom>
          <a:solidFill>
            <a:schemeClr val="accent6"/>
          </a:solidFill>
        </p:spPr>
        <p:txBody>
          <a:bodyPr lIns="144000" tIns="144000" rIns="144000" bIns="144000"/>
          <a:lstStyle>
            <a:lvl1pPr marL="0" indent="0">
              <a:buNone/>
              <a:defRPr sz="1400"/>
            </a:lvl1pPr>
          </a:lstStyle>
          <a:p>
            <a:r>
              <a:rPr lang="de-DE" noProof="0"/>
              <a:t>Bild</a:t>
            </a:r>
          </a:p>
        </p:txBody>
      </p:sp>
      <p:sp>
        <p:nvSpPr>
          <p:cNvPr id="3" name="Textplatzhalter 19">
            <a:extLst>
              <a:ext uri="{FF2B5EF4-FFF2-40B4-BE49-F238E27FC236}">
                <a16:creationId xmlns:a16="http://schemas.microsoft.com/office/drawing/2014/main" id="{24EAD1E1-380A-9FAF-070A-DDDC45ECCA22}"/>
              </a:ext>
            </a:extLst>
          </p:cNvPr>
          <p:cNvSpPr>
            <a:spLocks noGrp="1"/>
          </p:cNvSpPr>
          <p:nvPr>
            <p:ph type="body" sz="quarter" idx="20" hasCustomPrompt="1"/>
          </p:nvPr>
        </p:nvSpPr>
        <p:spPr bwMode="gray">
          <a:xfrm>
            <a:off x="6426199" y="2972822"/>
            <a:ext cx="5394325" cy="256154"/>
          </a:xfrm>
        </p:spPr>
        <p:txBody>
          <a:bodyPr/>
          <a:lstStyle>
            <a:lvl1pPr marL="0" indent="0">
              <a:buNone/>
              <a:defRPr sz="2000">
                <a:solidFill>
                  <a:schemeClr val="tx1"/>
                </a:solidFill>
              </a:defRPr>
            </a:lvl1pPr>
          </a:lstStyle>
          <a:p>
            <a:pPr lvl="0"/>
            <a:r>
              <a:rPr lang="de-DE"/>
              <a:t>Position</a:t>
            </a:r>
          </a:p>
        </p:txBody>
      </p:sp>
      <p:sp>
        <p:nvSpPr>
          <p:cNvPr id="4" name="Textplatzhalter 19">
            <a:extLst>
              <a:ext uri="{FF2B5EF4-FFF2-40B4-BE49-F238E27FC236}">
                <a16:creationId xmlns:a16="http://schemas.microsoft.com/office/drawing/2014/main" id="{96E5AC2D-397D-E319-0AFC-6808ACE8774F}"/>
              </a:ext>
            </a:extLst>
          </p:cNvPr>
          <p:cNvSpPr>
            <a:spLocks noGrp="1"/>
          </p:cNvSpPr>
          <p:nvPr>
            <p:ph type="body" sz="quarter" idx="24" hasCustomPrompt="1"/>
          </p:nvPr>
        </p:nvSpPr>
        <p:spPr bwMode="gray">
          <a:xfrm>
            <a:off x="6426199" y="3246666"/>
            <a:ext cx="5394325" cy="256154"/>
          </a:xfrm>
        </p:spPr>
        <p:txBody>
          <a:bodyPr/>
          <a:lstStyle>
            <a:lvl1pPr marL="0" indent="0">
              <a:buNone/>
              <a:defRPr sz="2000">
                <a:solidFill>
                  <a:schemeClr val="tx1"/>
                </a:solidFill>
              </a:defRPr>
            </a:lvl1pPr>
          </a:lstStyle>
          <a:p>
            <a:pPr lvl="0"/>
            <a:r>
              <a:rPr lang="de-DE" err="1"/>
              <a:t>Section</a:t>
            </a:r>
            <a:endParaRPr lang="de-DE"/>
          </a:p>
        </p:txBody>
      </p:sp>
      <p:sp>
        <p:nvSpPr>
          <p:cNvPr id="5" name="Textplatzhalter 19">
            <a:extLst>
              <a:ext uri="{FF2B5EF4-FFF2-40B4-BE49-F238E27FC236}">
                <a16:creationId xmlns:a16="http://schemas.microsoft.com/office/drawing/2014/main" id="{602F9BFE-9706-DF6E-9360-FEE8A8D4CFAA}"/>
              </a:ext>
            </a:extLst>
          </p:cNvPr>
          <p:cNvSpPr>
            <a:spLocks noGrp="1"/>
          </p:cNvSpPr>
          <p:nvPr>
            <p:ph type="body" sz="quarter" idx="25" hasCustomPrompt="1"/>
          </p:nvPr>
        </p:nvSpPr>
        <p:spPr bwMode="gray">
          <a:xfrm>
            <a:off x="6426199" y="2589435"/>
            <a:ext cx="5394325" cy="368078"/>
          </a:xfrm>
        </p:spPr>
        <p:txBody>
          <a:bodyPr/>
          <a:lstStyle>
            <a:lvl1pPr marL="0" indent="0">
              <a:buNone/>
              <a:defRPr sz="2800" b="1">
                <a:solidFill>
                  <a:schemeClr val="accent1"/>
                </a:solidFill>
                <a:latin typeface="+mn-lt"/>
              </a:defRPr>
            </a:lvl1pPr>
          </a:lstStyle>
          <a:p>
            <a:pPr lvl="0"/>
            <a:r>
              <a:rPr lang="de-DE"/>
              <a:t>John </a:t>
            </a:r>
            <a:r>
              <a:rPr lang="de-DE" err="1"/>
              <a:t>Doe</a:t>
            </a:r>
            <a:endParaRPr lang="de-DE"/>
          </a:p>
        </p:txBody>
      </p:sp>
      <p:sp>
        <p:nvSpPr>
          <p:cNvPr id="7" name="Textplatzhalter 19">
            <a:extLst>
              <a:ext uri="{FF2B5EF4-FFF2-40B4-BE49-F238E27FC236}">
                <a16:creationId xmlns:a16="http://schemas.microsoft.com/office/drawing/2014/main" id="{B80CD46D-FAAB-152C-4063-47492270BA8A}"/>
              </a:ext>
            </a:extLst>
          </p:cNvPr>
          <p:cNvSpPr>
            <a:spLocks noGrp="1"/>
          </p:cNvSpPr>
          <p:nvPr>
            <p:ph type="body" sz="quarter" idx="26" hasCustomPrompt="1"/>
          </p:nvPr>
        </p:nvSpPr>
        <p:spPr bwMode="gray">
          <a:xfrm>
            <a:off x="6426199" y="4178440"/>
            <a:ext cx="5394325" cy="187184"/>
          </a:xfrm>
        </p:spPr>
        <p:txBody>
          <a:bodyPr/>
          <a:lstStyle>
            <a:lvl1pPr marL="0" indent="0">
              <a:buNone/>
              <a:defRPr sz="1600">
                <a:solidFill>
                  <a:schemeClr val="tx1"/>
                </a:solidFill>
              </a:defRPr>
            </a:lvl1pPr>
          </a:lstStyle>
          <a:p>
            <a:pPr lvl="0"/>
            <a:r>
              <a:rPr lang="de-DE"/>
              <a:t>Web</a:t>
            </a:r>
          </a:p>
        </p:txBody>
      </p:sp>
      <p:sp>
        <p:nvSpPr>
          <p:cNvPr id="8" name="Textplatzhalter 19">
            <a:extLst>
              <a:ext uri="{FF2B5EF4-FFF2-40B4-BE49-F238E27FC236}">
                <a16:creationId xmlns:a16="http://schemas.microsoft.com/office/drawing/2014/main" id="{5D9E8C6F-5249-CF8D-CC8C-1D18DE96AA18}"/>
              </a:ext>
            </a:extLst>
          </p:cNvPr>
          <p:cNvSpPr>
            <a:spLocks noGrp="1"/>
          </p:cNvSpPr>
          <p:nvPr>
            <p:ph type="body" sz="quarter" idx="27" hasCustomPrompt="1"/>
          </p:nvPr>
        </p:nvSpPr>
        <p:spPr bwMode="gray">
          <a:xfrm>
            <a:off x="6426199" y="4397515"/>
            <a:ext cx="5394325" cy="187184"/>
          </a:xfrm>
        </p:spPr>
        <p:txBody>
          <a:bodyPr/>
          <a:lstStyle>
            <a:lvl1pPr marL="0" indent="0">
              <a:buNone/>
              <a:defRPr sz="1600">
                <a:solidFill>
                  <a:schemeClr val="tx1"/>
                </a:solidFill>
              </a:defRPr>
            </a:lvl1pPr>
          </a:lstStyle>
          <a:p>
            <a:pPr lvl="0"/>
            <a:r>
              <a:rPr lang="de-DE"/>
              <a:t>E-Mail</a:t>
            </a:r>
          </a:p>
        </p:txBody>
      </p:sp>
      <p:sp>
        <p:nvSpPr>
          <p:cNvPr id="9" name="Textplatzhalter 19">
            <a:extLst>
              <a:ext uri="{FF2B5EF4-FFF2-40B4-BE49-F238E27FC236}">
                <a16:creationId xmlns:a16="http://schemas.microsoft.com/office/drawing/2014/main" id="{B4A5F30D-E180-8CDB-4CBF-B5E6B1CE30A7}"/>
              </a:ext>
            </a:extLst>
          </p:cNvPr>
          <p:cNvSpPr>
            <a:spLocks noGrp="1"/>
          </p:cNvSpPr>
          <p:nvPr>
            <p:ph type="body" sz="quarter" idx="28" hasCustomPrompt="1"/>
          </p:nvPr>
        </p:nvSpPr>
        <p:spPr bwMode="gray">
          <a:xfrm>
            <a:off x="6426199" y="4616591"/>
            <a:ext cx="5394325" cy="187184"/>
          </a:xfrm>
        </p:spPr>
        <p:txBody>
          <a:bodyPr/>
          <a:lstStyle>
            <a:lvl1pPr marL="0" indent="0">
              <a:buNone/>
              <a:defRPr sz="1600">
                <a:solidFill>
                  <a:schemeClr val="tx1"/>
                </a:solidFill>
              </a:defRPr>
            </a:lvl1pPr>
          </a:lstStyle>
          <a:p>
            <a:pPr lvl="0"/>
            <a:r>
              <a:rPr lang="de-DE"/>
              <a:t>Phone</a:t>
            </a:r>
          </a:p>
        </p:txBody>
      </p:sp>
      <p:cxnSp>
        <p:nvCxnSpPr>
          <p:cNvPr id="12" name="Gerader Verbinder 11">
            <a:extLst>
              <a:ext uri="{FF2B5EF4-FFF2-40B4-BE49-F238E27FC236}">
                <a16:creationId xmlns:a16="http://schemas.microsoft.com/office/drawing/2014/main" id="{5FED17C3-FC4F-7B91-21C9-988C8D436F0F}"/>
              </a:ext>
            </a:extLst>
          </p:cNvPr>
          <p:cNvCxnSpPr>
            <a:cxnSpLocks/>
          </p:cNvCxnSpPr>
          <p:nvPr userDrawn="1"/>
        </p:nvCxnSpPr>
        <p:spPr bwMode="gray">
          <a:xfrm flipH="1">
            <a:off x="6426199" y="384063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834943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D_Contact_2">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0C3BB7C-B4A7-41A4-8C5A-903570B6070B}"/>
              </a:ext>
            </a:extLst>
          </p:cNvPr>
          <p:cNvSpPr>
            <a:spLocks noGrp="1"/>
          </p:cNvSpPr>
          <p:nvPr>
            <p:ph type="title" hasCustomPrompt="1"/>
          </p:nvPr>
        </p:nvSpPr>
        <p:spPr bwMode="gray"/>
        <p:txBody>
          <a:bodyPr vert="horz"/>
          <a:lstStyle/>
          <a:p>
            <a:r>
              <a:rPr lang="en-US"/>
              <a:t>Click to edit Master title style</a:t>
            </a:r>
          </a:p>
        </p:txBody>
      </p:sp>
      <p:sp>
        <p:nvSpPr>
          <p:cNvPr id="10" name="Footer Placeholder 4">
            <a:extLst>
              <a:ext uri="{FF2B5EF4-FFF2-40B4-BE49-F238E27FC236}">
                <a16:creationId xmlns:a16="http://schemas.microsoft.com/office/drawing/2014/main" id="{A9C53063-1F58-BE27-2E94-7E00DE772613}"/>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a:t>© 2023 NTT DATA Business Solutions</a:t>
            </a:r>
          </a:p>
        </p:txBody>
      </p:sp>
      <p:sp>
        <p:nvSpPr>
          <p:cNvPr id="11" name="Slide Number Placeholder 5">
            <a:extLst>
              <a:ext uri="{FF2B5EF4-FFF2-40B4-BE49-F238E27FC236}">
                <a16:creationId xmlns:a16="http://schemas.microsoft.com/office/drawing/2014/main" id="{AF1EE05E-1EF3-FA88-09CC-87DB6B58184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a:p>
        </p:txBody>
      </p:sp>
      <p:sp>
        <p:nvSpPr>
          <p:cNvPr id="13" name="Bild">
            <a:extLst>
              <a:ext uri="{FF2B5EF4-FFF2-40B4-BE49-F238E27FC236}">
                <a16:creationId xmlns:a16="http://schemas.microsoft.com/office/drawing/2014/main" id="{557575C8-6431-12A3-895D-45BB2DD19B92}"/>
              </a:ext>
            </a:extLst>
          </p:cNvPr>
          <p:cNvSpPr>
            <a:spLocks noGrp="1"/>
          </p:cNvSpPr>
          <p:nvPr>
            <p:ph type="pic" sz="quarter" idx="18"/>
          </p:nvPr>
        </p:nvSpPr>
        <p:spPr bwMode="gray">
          <a:xfrm>
            <a:off x="2889419" y="1719468"/>
            <a:ext cx="2158392" cy="2158204"/>
          </a:xfrm>
          <a:prstGeom prst="ellipse">
            <a:avLst/>
          </a:prstGeom>
          <a:solidFill>
            <a:schemeClr val="accent6"/>
          </a:solidFill>
        </p:spPr>
        <p:txBody>
          <a:bodyPr lIns="144000" tIns="144000" rIns="144000" bIns="144000"/>
          <a:lstStyle>
            <a:lvl1pPr marL="0" indent="0">
              <a:buNone/>
              <a:defRPr sz="1400"/>
            </a:lvl1pPr>
          </a:lstStyle>
          <a:p>
            <a:r>
              <a:rPr lang="de-DE" noProof="0"/>
              <a:t>Bild</a:t>
            </a:r>
          </a:p>
        </p:txBody>
      </p:sp>
      <p:sp>
        <p:nvSpPr>
          <p:cNvPr id="14" name="Textplatzhalter 19">
            <a:extLst>
              <a:ext uri="{FF2B5EF4-FFF2-40B4-BE49-F238E27FC236}">
                <a16:creationId xmlns:a16="http://schemas.microsoft.com/office/drawing/2014/main" id="{60BA97C1-891E-35D3-F7DE-6AE8C84863D9}"/>
              </a:ext>
            </a:extLst>
          </p:cNvPr>
          <p:cNvSpPr>
            <a:spLocks noGrp="1"/>
          </p:cNvSpPr>
          <p:nvPr>
            <p:ph type="body" sz="quarter" idx="20" hasCustomPrompt="1"/>
          </p:nvPr>
        </p:nvSpPr>
        <p:spPr bwMode="gray">
          <a:xfrm>
            <a:off x="2713041" y="4463802"/>
            <a:ext cx="2511148" cy="199671"/>
          </a:xfrm>
        </p:spPr>
        <p:txBody>
          <a:bodyPr/>
          <a:lstStyle>
            <a:lvl1pPr marL="0" indent="0" algn="ctr">
              <a:buNone/>
              <a:defRPr sz="1600">
                <a:solidFill>
                  <a:schemeClr val="tx1"/>
                </a:solidFill>
              </a:defRPr>
            </a:lvl1pPr>
          </a:lstStyle>
          <a:p>
            <a:pPr lvl="0"/>
            <a:r>
              <a:rPr lang="de-DE"/>
              <a:t>Position</a:t>
            </a:r>
          </a:p>
        </p:txBody>
      </p:sp>
      <p:sp>
        <p:nvSpPr>
          <p:cNvPr id="15" name="Textplatzhalter 19">
            <a:extLst>
              <a:ext uri="{FF2B5EF4-FFF2-40B4-BE49-F238E27FC236}">
                <a16:creationId xmlns:a16="http://schemas.microsoft.com/office/drawing/2014/main" id="{FEDBECCC-E388-CA03-4920-90ECCB6A95D3}"/>
              </a:ext>
            </a:extLst>
          </p:cNvPr>
          <p:cNvSpPr>
            <a:spLocks noGrp="1"/>
          </p:cNvSpPr>
          <p:nvPr>
            <p:ph type="body" sz="quarter" idx="24" hasCustomPrompt="1"/>
          </p:nvPr>
        </p:nvSpPr>
        <p:spPr bwMode="gray">
          <a:xfrm>
            <a:off x="2713041" y="4686846"/>
            <a:ext cx="2511148" cy="199671"/>
          </a:xfrm>
        </p:spPr>
        <p:txBody>
          <a:bodyPr/>
          <a:lstStyle>
            <a:lvl1pPr marL="0" indent="0" algn="ctr">
              <a:buNone/>
              <a:defRPr sz="1600">
                <a:solidFill>
                  <a:schemeClr val="tx1"/>
                </a:solidFill>
              </a:defRPr>
            </a:lvl1pPr>
          </a:lstStyle>
          <a:p>
            <a:pPr lvl="0"/>
            <a:r>
              <a:rPr lang="de-DE" err="1"/>
              <a:t>Section</a:t>
            </a:r>
            <a:endParaRPr lang="de-DE"/>
          </a:p>
        </p:txBody>
      </p:sp>
      <p:sp>
        <p:nvSpPr>
          <p:cNvPr id="16" name="Textplatzhalter 19">
            <a:extLst>
              <a:ext uri="{FF2B5EF4-FFF2-40B4-BE49-F238E27FC236}">
                <a16:creationId xmlns:a16="http://schemas.microsoft.com/office/drawing/2014/main" id="{AF65C019-0E4A-C8B5-2DB7-5327455A0C2C}"/>
              </a:ext>
            </a:extLst>
          </p:cNvPr>
          <p:cNvSpPr>
            <a:spLocks noGrp="1"/>
          </p:cNvSpPr>
          <p:nvPr>
            <p:ph type="body" sz="quarter" idx="25" hasCustomPrompt="1"/>
          </p:nvPr>
        </p:nvSpPr>
        <p:spPr bwMode="gray">
          <a:xfrm>
            <a:off x="2713041" y="4156615"/>
            <a:ext cx="2511148" cy="286915"/>
          </a:xfrm>
        </p:spPr>
        <p:txBody>
          <a:bodyPr/>
          <a:lstStyle>
            <a:lvl1pPr marL="0" indent="0" algn="ctr">
              <a:buNone/>
              <a:defRPr sz="2000" b="1">
                <a:solidFill>
                  <a:schemeClr val="accent1"/>
                </a:solidFill>
                <a:latin typeface="+mn-lt"/>
              </a:defRPr>
            </a:lvl1pPr>
          </a:lstStyle>
          <a:p>
            <a:pPr lvl="0"/>
            <a:r>
              <a:rPr lang="de-DE"/>
              <a:t>John </a:t>
            </a:r>
            <a:r>
              <a:rPr lang="de-DE" err="1"/>
              <a:t>Doe</a:t>
            </a:r>
            <a:endParaRPr lang="de-DE"/>
          </a:p>
        </p:txBody>
      </p:sp>
      <p:sp>
        <p:nvSpPr>
          <p:cNvPr id="17" name="Textplatzhalter 19">
            <a:extLst>
              <a:ext uri="{FF2B5EF4-FFF2-40B4-BE49-F238E27FC236}">
                <a16:creationId xmlns:a16="http://schemas.microsoft.com/office/drawing/2014/main" id="{6837C6B5-3816-9533-A19D-78333F0AB2BF}"/>
              </a:ext>
            </a:extLst>
          </p:cNvPr>
          <p:cNvSpPr>
            <a:spLocks noGrp="1"/>
          </p:cNvSpPr>
          <p:nvPr>
            <p:ph type="body" sz="quarter" idx="26" hasCustomPrompt="1"/>
          </p:nvPr>
        </p:nvSpPr>
        <p:spPr bwMode="gray">
          <a:xfrm>
            <a:off x="2713041" y="5401450"/>
            <a:ext cx="2511148" cy="145909"/>
          </a:xfrm>
        </p:spPr>
        <p:txBody>
          <a:bodyPr/>
          <a:lstStyle>
            <a:lvl1pPr marL="0" indent="0" algn="ctr">
              <a:buNone/>
              <a:defRPr sz="1200">
                <a:solidFill>
                  <a:schemeClr val="tx1"/>
                </a:solidFill>
              </a:defRPr>
            </a:lvl1pPr>
          </a:lstStyle>
          <a:p>
            <a:pPr lvl="0"/>
            <a:r>
              <a:rPr lang="de-DE"/>
              <a:t>Web</a:t>
            </a:r>
          </a:p>
        </p:txBody>
      </p:sp>
      <p:sp>
        <p:nvSpPr>
          <p:cNvPr id="18" name="Textplatzhalter 19">
            <a:extLst>
              <a:ext uri="{FF2B5EF4-FFF2-40B4-BE49-F238E27FC236}">
                <a16:creationId xmlns:a16="http://schemas.microsoft.com/office/drawing/2014/main" id="{99BDB956-AABF-98CD-09B7-A5EC2299F4BD}"/>
              </a:ext>
            </a:extLst>
          </p:cNvPr>
          <p:cNvSpPr>
            <a:spLocks noGrp="1"/>
          </p:cNvSpPr>
          <p:nvPr>
            <p:ph type="body" sz="quarter" idx="27" hasCustomPrompt="1"/>
          </p:nvPr>
        </p:nvSpPr>
        <p:spPr bwMode="gray">
          <a:xfrm>
            <a:off x="2713041" y="5566551"/>
            <a:ext cx="2511148" cy="145909"/>
          </a:xfrm>
        </p:spPr>
        <p:txBody>
          <a:bodyPr/>
          <a:lstStyle>
            <a:lvl1pPr marL="0" indent="0" algn="ctr">
              <a:buNone/>
              <a:defRPr sz="1200">
                <a:solidFill>
                  <a:schemeClr val="tx1"/>
                </a:solidFill>
              </a:defRPr>
            </a:lvl1pPr>
          </a:lstStyle>
          <a:p>
            <a:pPr lvl="0"/>
            <a:r>
              <a:rPr lang="de-DE"/>
              <a:t>E-Mail</a:t>
            </a:r>
          </a:p>
        </p:txBody>
      </p:sp>
      <p:sp>
        <p:nvSpPr>
          <p:cNvPr id="19" name="Textplatzhalter 19">
            <a:extLst>
              <a:ext uri="{FF2B5EF4-FFF2-40B4-BE49-F238E27FC236}">
                <a16:creationId xmlns:a16="http://schemas.microsoft.com/office/drawing/2014/main" id="{037CF607-A5F0-BFC7-29A0-45AFCA4ACA02}"/>
              </a:ext>
            </a:extLst>
          </p:cNvPr>
          <p:cNvSpPr>
            <a:spLocks noGrp="1"/>
          </p:cNvSpPr>
          <p:nvPr>
            <p:ph type="body" sz="quarter" idx="28" hasCustomPrompt="1"/>
          </p:nvPr>
        </p:nvSpPr>
        <p:spPr bwMode="gray">
          <a:xfrm>
            <a:off x="2713041" y="5731651"/>
            <a:ext cx="2511148" cy="145909"/>
          </a:xfrm>
        </p:spPr>
        <p:txBody>
          <a:bodyPr/>
          <a:lstStyle>
            <a:lvl1pPr marL="0" indent="0" algn="ctr">
              <a:buNone/>
              <a:defRPr sz="1200">
                <a:solidFill>
                  <a:schemeClr val="tx1"/>
                </a:solidFill>
              </a:defRPr>
            </a:lvl1pPr>
          </a:lstStyle>
          <a:p>
            <a:pPr lvl="0"/>
            <a:r>
              <a:rPr lang="de-DE"/>
              <a:t>Phone</a:t>
            </a:r>
          </a:p>
        </p:txBody>
      </p:sp>
      <p:sp>
        <p:nvSpPr>
          <p:cNvPr id="20" name="Bild">
            <a:extLst>
              <a:ext uri="{FF2B5EF4-FFF2-40B4-BE49-F238E27FC236}">
                <a16:creationId xmlns:a16="http://schemas.microsoft.com/office/drawing/2014/main" id="{0DC5AF74-C2A5-03C1-45C4-D1AEC581CF86}"/>
              </a:ext>
            </a:extLst>
          </p:cNvPr>
          <p:cNvSpPr>
            <a:spLocks noGrp="1"/>
          </p:cNvSpPr>
          <p:nvPr>
            <p:ph type="pic" sz="quarter" idx="37"/>
          </p:nvPr>
        </p:nvSpPr>
        <p:spPr bwMode="gray">
          <a:xfrm>
            <a:off x="7144188" y="1719468"/>
            <a:ext cx="2158392" cy="2158204"/>
          </a:xfrm>
          <a:prstGeom prst="ellipse">
            <a:avLst/>
          </a:prstGeom>
          <a:solidFill>
            <a:schemeClr val="accent6"/>
          </a:solidFill>
        </p:spPr>
        <p:txBody>
          <a:bodyPr lIns="144000" tIns="144000" rIns="144000" bIns="144000"/>
          <a:lstStyle>
            <a:lvl1pPr marL="0" indent="0">
              <a:buNone/>
              <a:defRPr sz="1100"/>
            </a:lvl1pPr>
          </a:lstStyle>
          <a:p>
            <a:r>
              <a:rPr lang="de-DE" noProof="0"/>
              <a:t>Bild</a:t>
            </a:r>
          </a:p>
        </p:txBody>
      </p:sp>
      <p:sp>
        <p:nvSpPr>
          <p:cNvPr id="21" name="Textplatzhalter 19">
            <a:extLst>
              <a:ext uri="{FF2B5EF4-FFF2-40B4-BE49-F238E27FC236}">
                <a16:creationId xmlns:a16="http://schemas.microsoft.com/office/drawing/2014/main" id="{03A867AA-BA5A-EF00-0579-A03C42B90DCA}"/>
              </a:ext>
            </a:extLst>
          </p:cNvPr>
          <p:cNvSpPr>
            <a:spLocks noGrp="1"/>
          </p:cNvSpPr>
          <p:nvPr>
            <p:ph type="body" sz="quarter" idx="50" hasCustomPrompt="1"/>
          </p:nvPr>
        </p:nvSpPr>
        <p:spPr bwMode="gray">
          <a:xfrm>
            <a:off x="6967810" y="4463802"/>
            <a:ext cx="2511148" cy="199671"/>
          </a:xfrm>
        </p:spPr>
        <p:txBody>
          <a:bodyPr/>
          <a:lstStyle>
            <a:lvl1pPr marL="0" indent="0" algn="ctr">
              <a:buNone/>
              <a:defRPr sz="1600">
                <a:solidFill>
                  <a:schemeClr val="tx1"/>
                </a:solidFill>
              </a:defRPr>
            </a:lvl1pPr>
          </a:lstStyle>
          <a:p>
            <a:pPr lvl="0"/>
            <a:r>
              <a:rPr lang="de-DE"/>
              <a:t>Position</a:t>
            </a:r>
          </a:p>
        </p:txBody>
      </p:sp>
      <p:sp>
        <p:nvSpPr>
          <p:cNvPr id="22" name="Textplatzhalter 19">
            <a:extLst>
              <a:ext uri="{FF2B5EF4-FFF2-40B4-BE49-F238E27FC236}">
                <a16:creationId xmlns:a16="http://schemas.microsoft.com/office/drawing/2014/main" id="{29DB1B20-A0AA-3176-2157-D9B1B9C9F529}"/>
              </a:ext>
            </a:extLst>
          </p:cNvPr>
          <p:cNvSpPr>
            <a:spLocks noGrp="1"/>
          </p:cNvSpPr>
          <p:nvPr>
            <p:ph type="body" sz="quarter" idx="51" hasCustomPrompt="1"/>
          </p:nvPr>
        </p:nvSpPr>
        <p:spPr bwMode="gray">
          <a:xfrm>
            <a:off x="6967810" y="4686846"/>
            <a:ext cx="2511148" cy="199671"/>
          </a:xfrm>
        </p:spPr>
        <p:txBody>
          <a:bodyPr/>
          <a:lstStyle>
            <a:lvl1pPr marL="0" indent="0" algn="ctr">
              <a:buNone/>
              <a:defRPr sz="1600">
                <a:solidFill>
                  <a:schemeClr val="tx1"/>
                </a:solidFill>
              </a:defRPr>
            </a:lvl1pPr>
          </a:lstStyle>
          <a:p>
            <a:pPr lvl="0"/>
            <a:r>
              <a:rPr lang="de-DE" err="1"/>
              <a:t>Section</a:t>
            </a:r>
            <a:endParaRPr lang="de-DE"/>
          </a:p>
        </p:txBody>
      </p:sp>
      <p:sp>
        <p:nvSpPr>
          <p:cNvPr id="23" name="Textplatzhalter 19">
            <a:extLst>
              <a:ext uri="{FF2B5EF4-FFF2-40B4-BE49-F238E27FC236}">
                <a16:creationId xmlns:a16="http://schemas.microsoft.com/office/drawing/2014/main" id="{F44048F5-2785-E175-C768-94D382B3205E}"/>
              </a:ext>
            </a:extLst>
          </p:cNvPr>
          <p:cNvSpPr>
            <a:spLocks noGrp="1"/>
          </p:cNvSpPr>
          <p:nvPr>
            <p:ph type="body" sz="quarter" idx="52" hasCustomPrompt="1"/>
          </p:nvPr>
        </p:nvSpPr>
        <p:spPr bwMode="gray">
          <a:xfrm>
            <a:off x="6967810" y="4156615"/>
            <a:ext cx="2511148" cy="286915"/>
          </a:xfrm>
        </p:spPr>
        <p:txBody>
          <a:bodyPr/>
          <a:lstStyle>
            <a:lvl1pPr marL="0" indent="0" algn="ctr">
              <a:buNone/>
              <a:defRPr sz="2000" b="1">
                <a:solidFill>
                  <a:schemeClr val="accent1"/>
                </a:solidFill>
                <a:latin typeface="+mn-lt"/>
              </a:defRPr>
            </a:lvl1pPr>
          </a:lstStyle>
          <a:p>
            <a:pPr lvl="0"/>
            <a:r>
              <a:rPr lang="de-DE"/>
              <a:t>John </a:t>
            </a:r>
            <a:r>
              <a:rPr lang="de-DE" err="1"/>
              <a:t>Doe</a:t>
            </a:r>
            <a:endParaRPr lang="de-DE"/>
          </a:p>
        </p:txBody>
      </p:sp>
      <p:sp>
        <p:nvSpPr>
          <p:cNvPr id="24" name="Textplatzhalter 19">
            <a:extLst>
              <a:ext uri="{FF2B5EF4-FFF2-40B4-BE49-F238E27FC236}">
                <a16:creationId xmlns:a16="http://schemas.microsoft.com/office/drawing/2014/main" id="{591E019D-0DF8-5E5A-6887-AEA97A38E551}"/>
              </a:ext>
            </a:extLst>
          </p:cNvPr>
          <p:cNvSpPr>
            <a:spLocks noGrp="1"/>
          </p:cNvSpPr>
          <p:nvPr>
            <p:ph type="body" sz="quarter" idx="53" hasCustomPrompt="1"/>
          </p:nvPr>
        </p:nvSpPr>
        <p:spPr bwMode="gray">
          <a:xfrm>
            <a:off x="6967810" y="5401450"/>
            <a:ext cx="2511148" cy="145909"/>
          </a:xfrm>
        </p:spPr>
        <p:txBody>
          <a:bodyPr/>
          <a:lstStyle>
            <a:lvl1pPr marL="0" indent="0" algn="ctr">
              <a:buNone/>
              <a:defRPr sz="1200">
                <a:solidFill>
                  <a:schemeClr val="tx1"/>
                </a:solidFill>
              </a:defRPr>
            </a:lvl1pPr>
          </a:lstStyle>
          <a:p>
            <a:pPr lvl="0"/>
            <a:r>
              <a:rPr lang="de-DE"/>
              <a:t>Web</a:t>
            </a:r>
          </a:p>
        </p:txBody>
      </p:sp>
      <p:sp>
        <p:nvSpPr>
          <p:cNvPr id="25" name="Textplatzhalter 19">
            <a:extLst>
              <a:ext uri="{FF2B5EF4-FFF2-40B4-BE49-F238E27FC236}">
                <a16:creationId xmlns:a16="http://schemas.microsoft.com/office/drawing/2014/main" id="{59BBF415-E8BF-24F5-AE98-3FE40A27D7D2}"/>
              </a:ext>
            </a:extLst>
          </p:cNvPr>
          <p:cNvSpPr>
            <a:spLocks noGrp="1"/>
          </p:cNvSpPr>
          <p:nvPr>
            <p:ph type="body" sz="quarter" idx="54" hasCustomPrompt="1"/>
          </p:nvPr>
        </p:nvSpPr>
        <p:spPr bwMode="gray">
          <a:xfrm>
            <a:off x="6967810" y="5566551"/>
            <a:ext cx="2511148" cy="145909"/>
          </a:xfrm>
        </p:spPr>
        <p:txBody>
          <a:bodyPr/>
          <a:lstStyle>
            <a:lvl1pPr marL="0" indent="0" algn="ctr">
              <a:buNone/>
              <a:defRPr sz="1200">
                <a:solidFill>
                  <a:schemeClr val="tx1"/>
                </a:solidFill>
              </a:defRPr>
            </a:lvl1pPr>
          </a:lstStyle>
          <a:p>
            <a:pPr lvl="0"/>
            <a:r>
              <a:rPr lang="de-DE"/>
              <a:t>E-Mail</a:t>
            </a:r>
          </a:p>
        </p:txBody>
      </p:sp>
      <p:sp>
        <p:nvSpPr>
          <p:cNvPr id="26" name="Textplatzhalter 19">
            <a:extLst>
              <a:ext uri="{FF2B5EF4-FFF2-40B4-BE49-F238E27FC236}">
                <a16:creationId xmlns:a16="http://schemas.microsoft.com/office/drawing/2014/main" id="{81BFBAE5-787E-888E-9ECF-5EE31D61DAB6}"/>
              </a:ext>
            </a:extLst>
          </p:cNvPr>
          <p:cNvSpPr>
            <a:spLocks noGrp="1"/>
          </p:cNvSpPr>
          <p:nvPr>
            <p:ph type="body" sz="quarter" idx="55" hasCustomPrompt="1"/>
          </p:nvPr>
        </p:nvSpPr>
        <p:spPr bwMode="gray">
          <a:xfrm>
            <a:off x="6967810" y="5731651"/>
            <a:ext cx="2511148" cy="145909"/>
          </a:xfrm>
        </p:spPr>
        <p:txBody>
          <a:bodyPr/>
          <a:lstStyle>
            <a:lvl1pPr marL="0" indent="0" algn="ctr">
              <a:buNone/>
              <a:defRPr sz="1200">
                <a:solidFill>
                  <a:schemeClr val="tx1"/>
                </a:solidFill>
              </a:defRPr>
            </a:lvl1pPr>
          </a:lstStyle>
          <a:p>
            <a:pPr lvl="0"/>
            <a:r>
              <a:rPr lang="de-DE"/>
              <a:t>Phone</a:t>
            </a:r>
          </a:p>
        </p:txBody>
      </p:sp>
      <p:cxnSp>
        <p:nvCxnSpPr>
          <p:cNvPr id="27" name="Gerader Verbinder 26">
            <a:extLst>
              <a:ext uri="{FF2B5EF4-FFF2-40B4-BE49-F238E27FC236}">
                <a16:creationId xmlns:a16="http://schemas.microsoft.com/office/drawing/2014/main" id="{C9AD5D1A-461B-3847-37DC-3F545B1243CD}"/>
              </a:ext>
            </a:extLst>
          </p:cNvPr>
          <p:cNvCxnSpPr>
            <a:cxnSpLocks/>
          </p:cNvCxnSpPr>
          <p:nvPr userDrawn="1"/>
        </p:nvCxnSpPr>
        <p:spPr bwMode="gray">
          <a:xfrm flipH="1">
            <a:off x="3703185"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8" name="Gerader Verbinder 27">
            <a:extLst>
              <a:ext uri="{FF2B5EF4-FFF2-40B4-BE49-F238E27FC236}">
                <a16:creationId xmlns:a16="http://schemas.microsoft.com/office/drawing/2014/main" id="{78432202-A57D-D4C4-FB2D-5F10E371FFEB}"/>
              </a:ext>
            </a:extLst>
          </p:cNvPr>
          <p:cNvCxnSpPr>
            <a:cxnSpLocks/>
          </p:cNvCxnSpPr>
          <p:nvPr userDrawn="1"/>
        </p:nvCxnSpPr>
        <p:spPr bwMode="gray">
          <a:xfrm flipH="1">
            <a:off x="7957954"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475448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D_Contact_3">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0C3BB7C-B4A7-41A4-8C5A-903570B6070B}"/>
              </a:ext>
            </a:extLst>
          </p:cNvPr>
          <p:cNvSpPr>
            <a:spLocks noGrp="1"/>
          </p:cNvSpPr>
          <p:nvPr>
            <p:ph type="title" hasCustomPrompt="1"/>
          </p:nvPr>
        </p:nvSpPr>
        <p:spPr bwMode="gray"/>
        <p:txBody>
          <a:bodyPr vert="horz"/>
          <a:lstStyle/>
          <a:p>
            <a:r>
              <a:rPr lang="en-US"/>
              <a:t>Click to edit Master title style</a:t>
            </a:r>
          </a:p>
        </p:txBody>
      </p:sp>
      <p:sp>
        <p:nvSpPr>
          <p:cNvPr id="10" name="Footer Placeholder 4">
            <a:extLst>
              <a:ext uri="{FF2B5EF4-FFF2-40B4-BE49-F238E27FC236}">
                <a16:creationId xmlns:a16="http://schemas.microsoft.com/office/drawing/2014/main" id="{A9C53063-1F58-BE27-2E94-7E00DE772613}"/>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a:t>© 2023 NTT DATA Business Solutions</a:t>
            </a:r>
          </a:p>
        </p:txBody>
      </p:sp>
      <p:sp>
        <p:nvSpPr>
          <p:cNvPr id="11" name="Slide Number Placeholder 5">
            <a:extLst>
              <a:ext uri="{FF2B5EF4-FFF2-40B4-BE49-F238E27FC236}">
                <a16:creationId xmlns:a16="http://schemas.microsoft.com/office/drawing/2014/main" id="{AF1EE05E-1EF3-FA88-09CC-87DB6B58184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a:p>
        </p:txBody>
      </p:sp>
      <p:sp>
        <p:nvSpPr>
          <p:cNvPr id="2" name="Bild">
            <a:extLst>
              <a:ext uri="{FF2B5EF4-FFF2-40B4-BE49-F238E27FC236}">
                <a16:creationId xmlns:a16="http://schemas.microsoft.com/office/drawing/2014/main" id="{51A51BF0-AA6D-1885-7B29-DAC72D2AF768}"/>
              </a:ext>
            </a:extLst>
          </p:cNvPr>
          <p:cNvSpPr>
            <a:spLocks noGrp="1"/>
          </p:cNvSpPr>
          <p:nvPr>
            <p:ph type="pic" sz="quarter" idx="18"/>
          </p:nvPr>
        </p:nvSpPr>
        <p:spPr bwMode="gray">
          <a:xfrm>
            <a:off x="1502898" y="1719468"/>
            <a:ext cx="2158392" cy="2158204"/>
          </a:xfrm>
          <a:prstGeom prst="ellipse">
            <a:avLst/>
          </a:prstGeom>
          <a:solidFill>
            <a:schemeClr val="accent6"/>
          </a:solidFill>
        </p:spPr>
        <p:txBody>
          <a:bodyPr lIns="144000" tIns="144000" rIns="144000" bIns="144000"/>
          <a:lstStyle>
            <a:lvl1pPr marL="0" indent="0">
              <a:buNone/>
              <a:defRPr sz="1400"/>
            </a:lvl1pPr>
          </a:lstStyle>
          <a:p>
            <a:r>
              <a:rPr lang="de-DE" noProof="0"/>
              <a:t>Bild</a:t>
            </a:r>
          </a:p>
        </p:txBody>
      </p:sp>
      <p:sp>
        <p:nvSpPr>
          <p:cNvPr id="3" name="Textplatzhalter 19">
            <a:extLst>
              <a:ext uri="{FF2B5EF4-FFF2-40B4-BE49-F238E27FC236}">
                <a16:creationId xmlns:a16="http://schemas.microsoft.com/office/drawing/2014/main" id="{29F52C55-3259-0C33-FD07-5925E2121A6E}"/>
              </a:ext>
            </a:extLst>
          </p:cNvPr>
          <p:cNvSpPr>
            <a:spLocks noGrp="1"/>
          </p:cNvSpPr>
          <p:nvPr>
            <p:ph type="body" sz="quarter" idx="20" hasCustomPrompt="1"/>
          </p:nvPr>
        </p:nvSpPr>
        <p:spPr bwMode="gray">
          <a:xfrm>
            <a:off x="1326520" y="4463802"/>
            <a:ext cx="2511148" cy="199671"/>
          </a:xfrm>
        </p:spPr>
        <p:txBody>
          <a:bodyPr/>
          <a:lstStyle>
            <a:lvl1pPr marL="0" indent="0" algn="ctr">
              <a:buNone/>
              <a:defRPr sz="1600">
                <a:solidFill>
                  <a:schemeClr val="tx1"/>
                </a:solidFill>
              </a:defRPr>
            </a:lvl1pPr>
          </a:lstStyle>
          <a:p>
            <a:pPr lvl="0"/>
            <a:r>
              <a:rPr lang="de-DE"/>
              <a:t>Position</a:t>
            </a:r>
          </a:p>
        </p:txBody>
      </p:sp>
      <p:sp>
        <p:nvSpPr>
          <p:cNvPr id="4" name="Textplatzhalter 19">
            <a:extLst>
              <a:ext uri="{FF2B5EF4-FFF2-40B4-BE49-F238E27FC236}">
                <a16:creationId xmlns:a16="http://schemas.microsoft.com/office/drawing/2014/main" id="{EF08589A-2633-C015-C938-602F2A2EDE44}"/>
              </a:ext>
            </a:extLst>
          </p:cNvPr>
          <p:cNvSpPr>
            <a:spLocks noGrp="1"/>
          </p:cNvSpPr>
          <p:nvPr>
            <p:ph type="body" sz="quarter" idx="24" hasCustomPrompt="1"/>
          </p:nvPr>
        </p:nvSpPr>
        <p:spPr bwMode="gray">
          <a:xfrm>
            <a:off x="1326520" y="4686846"/>
            <a:ext cx="2511148" cy="199671"/>
          </a:xfrm>
        </p:spPr>
        <p:txBody>
          <a:bodyPr/>
          <a:lstStyle>
            <a:lvl1pPr marL="0" indent="0" algn="ctr">
              <a:buNone/>
              <a:defRPr sz="1600">
                <a:solidFill>
                  <a:schemeClr val="tx1"/>
                </a:solidFill>
              </a:defRPr>
            </a:lvl1pPr>
          </a:lstStyle>
          <a:p>
            <a:pPr lvl="0"/>
            <a:r>
              <a:rPr lang="de-DE" err="1"/>
              <a:t>Section</a:t>
            </a:r>
            <a:endParaRPr lang="de-DE"/>
          </a:p>
        </p:txBody>
      </p:sp>
      <p:sp>
        <p:nvSpPr>
          <p:cNvPr id="5" name="Textplatzhalter 19">
            <a:extLst>
              <a:ext uri="{FF2B5EF4-FFF2-40B4-BE49-F238E27FC236}">
                <a16:creationId xmlns:a16="http://schemas.microsoft.com/office/drawing/2014/main" id="{A193C798-666B-CFA8-4FEB-36FCAF36D180}"/>
              </a:ext>
            </a:extLst>
          </p:cNvPr>
          <p:cNvSpPr>
            <a:spLocks noGrp="1"/>
          </p:cNvSpPr>
          <p:nvPr>
            <p:ph type="body" sz="quarter" idx="25" hasCustomPrompt="1"/>
          </p:nvPr>
        </p:nvSpPr>
        <p:spPr bwMode="gray">
          <a:xfrm>
            <a:off x="1326520" y="4156615"/>
            <a:ext cx="2511148" cy="286915"/>
          </a:xfrm>
        </p:spPr>
        <p:txBody>
          <a:bodyPr/>
          <a:lstStyle>
            <a:lvl1pPr marL="0" indent="0" algn="ctr">
              <a:buNone/>
              <a:defRPr sz="2000" b="1">
                <a:solidFill>
                  <a:schemeClr val="accent1"/>
                </a:solidFill>
                <a:latin typeface="+mn-lt"/>
              </a:defRPr>
            </a:lvl1pPr>
          </a:lstStyle>
          <a:p>
            <a:pPr lvl="0"/>
            <a:r>
              <a:rPr lang="de-DE"/>
              <a:t>John </a:t>
            </a:r>
            <a:r>
              <a:rPr lang="de-DE" err="1"/>
              <a:t>Doe</a:t>
            </a:r>
            <a:endParaRPr lang="de-DE"/>
          </a:p>
        </p:txBody>
      </p:sp>
      <p:sp>
        <p:nvSpPr>
          <p:cNvPr id="7" name="Textplatzhalter 19">
            <a:extLst>
              <a:ext uri="{FF2B5EF4-FFF2-40B4-BE49-F238E27FC236}">
                <a16:creationId xmlns:a16="http://schemas.microsoft.com/office/drawing/2014/main" id="{44625A74-83E8-F51F-EFBE-AEDB3BF8954A}"/>
              </a:ext>
            </a:extLst>
          </p:cNvPr>
          <p:cNvSpPr>
            <a:spLocks noGrp="1"/>
          </p:cNvSpPr>
          <p:nvPr>
            <p:ph type="body" sz="quarter" idx="26" hasCustomPrompt="1"/>
          </p:nvPr>
        </p:nvSpPr>
        <p:spPr bwMode="gray">
          <a:xfrm>
            <a:off x="1326520" y="5401450"/>
            <a:ext cx="2511148" cy="145909"/>
          </a:xfrm>
        </p:spPr>
        <p:txBody>
          <a:bodyPr/>
          <a:lstStyle>
            <a:lvl1pPr marL="0" indent="0" algn="ctr">
              <a:buNone/>
              <a:defRPr sz="1200">
                <a:solidFill>
                  <a:schemeClr val="tx1"/>
                </a:solidFill>
              </a:defRPr>
            </a:lvl1pPr>
          </a:lstStyle>
          <a:p>
            <a:pPr lvl="0"/>
            <a:r>
              <a:rPr lang="de-DE"/>
              <a:t>Web</a:t>
            </a:r>
          </a:p>
        </p:txBody>
      </p:sp>
      <p:sp>
        <p:nvSpPr>
          <p:cNvPr id="8" name="Textplatzhalter 19">
            <a:extLst>
              <a:ext uri="{FF2B5EF4-FFF2-40B4-BE49-F238E27FC236}">
                <a16:creationId xmlns:a16="http://schemas.microsoft.com/office/drawing/2014/main" id="{8EED522A-F794-7918-BA3A-79CC0B173978}"/>
              </a:ext>
            </a:extLst>
          </p:cNvPr>
          <p:cNvSpPr>
            <a:spLocks noGrp="1"/>
          </p:cNvSpPr>
          <p:nvPr>
            <p:ph type="body" sz="quarter" idx="27" hasCustomPrompt="1"/>
          </p:nvPr>
        </p:nvSpPr>
        <p:spPr bwMode="gray">
          <a:xfrm>
            <a:off x="1326520" y="5566551"/>
            <a:ext cx="2511148" cy="145909"/>
          </a:xfrm>
        </p:spPr>
        <p:txBody>
          <a:bodyPr/>
          <a:lstStyle>
            <a:lvl1pPr marL="0" indent="0" algn="ctr">
              <a:buNone/>
              <a:defRPr sz="1200">
                <a:solidFill>
                  <a:schemeClr val="tx1"/>
                </a:solidFill>
              </a:defRPr>
            </a:lvl1pPr>
          </a:lstStyle>
          <a:p>
            <a:pPr lvl="0"/>
            <a:r>
              <a:rPr lang="de-DE"/>
              <a:t>E-Mail</a:t>
            </a:r>
          </a:p>
        </p:txBody>
      </p:sp>
      <p:sp>
        <p:nvSpPr>
          <p:cNvPr id="9" name="Textplatzhalter 19">
            <a:extLst>
              <a:ext uri="{FF2B5EF4-FFF2-40B4-BE49-F238E27FC236}">
                <a16:creationId xmlns:a16="http://schemas.microsoft.com/office/drawing/2014/main" id="{1D2D5F28-B111-86F6-4619-F5613632036E}"/>
              </a:ext>
            </a:extLst>
          </p:cNvPr>
          <p:cNvSpPr>
            <a:spLocks noGrp="1"/>
          </p:cNvSpPr>
          <p:nvPr>
            <p:ph type="body" sz="quarter" idx="28" hasCustomPrompt="1"/>
          </p:nvPr>
        </p:nvSpPr>
        <p:spPr bwMode="gray">
          <a:xfrm>
            <a:off x="1326520" y="5731651"/>
            <a:ext cx="2511148" cy="145909"/>
          </a:xfrm>
        </p:spPr>
        <p:txBody>
          <a:bodyPr/>
          <a:lstStyle>
            <a:lvl1pPr marL="0" indent="0" algn="ctr">
              <a:buNone/>
              <a:defRPr sz="1200">
                <a:solidFill>
                  <a:schemeClr val="tx1"/>
                </a:solidFill>
              </a:defRPr>
            </a:lvl1pPr>
          </a:lstStyle>
          <a:p>
            <a:pPr lvl="0"/>
            <a:r>
              <a:rPr lang="de-DE"/>
              <a:t>Phone</a:t>
            </a:r>
          </a:p>
        </p:txBody>
      </p:sp>
      <p:sp>
        <p:nvSpPr>
          <p:cNvPr id="12" name="Bild">
            <a:extLst>
              <a:ext uri="{FF2B5EF4-FFF2-40B4-BE49-F238E27FC236}">
                <a16:creationId xmlns:a16="http://schemas.microsoft.com/office/drawing/2014/main" id="{EEC25022-BC45-C31C-C72F-200DE9FA1720}"/>
              </a:ext>
            </a:extLst>
          </p:cNvPr>
          <p:cNvSpPr>
            <a:spLocks noGrp="1"/>
          </p:cNvSpPr>
          <p:nvPr>
            <p:ph type="pic" sz="quarter" idx="29"/>
          </p:nvPr>
        </p:nvSpPr>
        <p:spPr bwMode="gray">
          <a:xfrm>
            <a:off x="5016397" y="1719468"/>
            <a:ext cx="2158392" cy="2158204"/>
          </a:xfrm>
          <a:prstGeom prst="ellipse">
            <a:avLst/>
          </a:prstGeom>
          <a:solidFill>
            <a:schemeClr val="accent6"/>
          </a:solidFill>
        </p:spPr>
        <p:txBody>
          <a:bodyPr lIns="144000" tIns="144000" rIns="144000" bIns="144000"/>
          <a:lstStyle>
            <a:lvl1pPr marL="0" indent="0">
              <a:buNone/>
              <a:defRPr sz="1100"/>
            </a:lvl1pPr>
          </a:lstStyle>
          <a:p>
            <a:r>
              <a:rPr lang="de-DE" noProof="0"/>
              <a:t>Bild</a:t>
            </a:r>
          </a:p>
        </p:txBody>
      </p:sp>
      <p:sp>
        <p:nvSpPr>
          <p:cNvPr id="13" name="Bild">
            <a:extLst>
              <a:ext uri="{FF2B5EF4-FFF2-40B4-BE49-F238E27FC236}">
                <a16:creationId xmlns:a16="http://schemas.microsoft.com/office/drawing/2014/main" id="{4836C760-778A-4F6D-EBEB-546A906E5CFA}"/>
              </a:ext>
            </a:extLst>
          </p:cNvPr>
          <p:cNvSpPr>
            <a:spLocks noGrp="1"/>
          </p:cNvSpPr>
          <p:nvPr>
            <p:ph type="pic" sz="quarter" idx="37"/>
          </p:nvPr>
        </p:nvSpPr>
        <p:spPr bwMode="gray">
          <a:xfrm>
            <a:off x="8529896" y="1719468"/>
            <a:ext cx="2158392" cy="2158204"/>
          </a:xfrm>
          <a:prstGeom prst="ellipse">
            <a:avLst/>
          </a:prstGeom>
          <a:solidFill>
            <a:schemeClr val="accent6"/>
          </a:solidFill>
        </p:spPr>
        <p:txBody>
          <a:bodyPr lIns="144000" tIns="144000" rIns="144000" bIns="144000"/>
          <a:lstStyle>
            <a:lvl1pPr marL="0" indent="0">
              <a:buNone/>
              <a:defRPr sz="1100"/>
            </a:lvl1pPr>
          </a:lstStyle>
          <a:p>
            <a:r>
              <a:rPr lang="de-DE" noProof="0"/>
              <a:t>Bild</a:t>
            </a:r>
          </a:p>
        </p:txBody>
      </p:sp>
      <p:sp>
        <p:nvSpPr>
          <p:cNvPr id="14" name="Textplatzhalter 19">
            <a:extLst>
              <a:ext uri="{FF2B5EF4-FFF2-40B4-BE49-F238E27FC236}">
                <a16:creationId xmlns:a16="http://schemas.microsoft.com/office/drawing/2014/main" id="{8676FDBA-6C0B-DF48-EC66-3F9242DE74B9}"/>
              </a:ext>
            </a:extLst>
          </p:cNvPr>
          <p:cNvSpPr>
            <a:spLocks noGrp="1"/>
          </p:cNvSpPr>
          <p:nvPr>
            <p:ph type="body" sz="quarter" idx="44" hasCustomPrompt="1"/>
          </p:nvPr>
        </p:nvSpPr>
        <p:spPr bwMode="gray">
          <a:xfrm>
            <a:off x="4840019" y="4463802"/>
            <a:ext cx="2511148" cy="199671"/>
          </a:xfrm>
        </p:spPr>
        <p:txBody>
          <a:bodyPr/>
          <a:lstStyle>
            <a:lvl1pPr marL="0" indent="0" algn="ctr">
              <a:buNone/>
              <a:defRPr sz="1600">
                <a:solidFill>
                  <a:schemeClr val="tx1"/>
                </a:solidFill>
              </a:defRPr>
            </a:lvl1pPr>
          </a:lstStyle>
          <a:p>
            <a:pPr lvl="0"/>
            <a:r>
              <a:rPr lang="de-DE"/>
              <a:t>Position</a:t>
            </a:r>
          </a:p>
        </p:txBody>
      </p:sp>
      <p:sp>
        <p:nvSpPr>
          <p:cNvPr id="15" name="Textplatzhalter 19">
            <a:extLst>
              <a:ext uri="{FF2B5EF4-FFF2-40B4-BE49-F238E27FC236}">
                <a16:creationId xmlns:a16="http://schemas.microsoft.com/office/drawing/2014/main" id="{A3556B82-6BB4-F3B0-E5B6-47EBF82E1536}"/>
              </a:ext>
            </a:extLst>
          </p:cNvPr>
          <p:cNvSpPr>
            <a:spLocks noGrp="1"/>
          </p:cNvSpPr>
          <p:nvPr>
            <p:ph type="body" sz="quarter" idx="45" hasCustomPrompt="1"/>
          </p:nvPr>
        </p:nvSpPr>
        <p:spPr bwMode="gray">
          <a:xfrm>
            <a:off x="4840019" y="4686846"/>
            <a:ext cx="2511148" cy="199671"/>
          </a:xfrm>
        </p:spPr>
        <p:txBody>
          <a:bodyPr/>
          <a:lstStyle>
            <a:lvl1pPr marL="0" indent="0" algn="ctr">
              <a:buNone/>
              <a:defRPr sz="1600">
                <a:solidFill>
                  <a:schemeClr val="tx1"/>
                </a:solidFill>
              </a:defRPr>
            </a:lvl1pPr>
          </a:lstStyle>
          <a:p>
            <a:pPr lvl="0"/>
            <a:r>
              <a:rPr lang="de-DE" err="1"/>
              <a:t>Section</a:t>
            </a:r>
            <a:endParaRPr lang="de-DE"/>
          </a:p>
        </p:txBody>
      </p:sp>
      <p:sp>
        <p:nvSpPr>
          <p:cNvPr id="16" name="Textplatzhalter 19">
            <a:extLst>
              <a:ext uri="{FF2B5EF4-FFF2-40B4-BE49-F238E27FC236}">
                <a16:creationId xmlns:a16="http://schemas.microsoft.com/office/drawing/2014/main" id="{2F0C6954-5EF5-0769-11D8-E5623CDC684A}"/>
              </a:ext>
            </a:extLst>
          </p:cNvPr>
          <p:cNvSpPr>
            <a:spLocks noGrp="1"/>
          </p:cNvSpPr>
          <p:nvPr>
            <p:ph type="body" sz="quarter" idx="46" hasCustomPrompt="1"/>
          </p:nvPr>
        </p:nvSpPr>
        <p:spPr bwMode="gray">
          <a:xfrm>
            <a:off x="4840019" y="4156615"/>
            <a:ext cx="2511148" cy="286915"/>
          </a:xfrm>
        </p:spPr>
        <p:txBody>
          <a:bodyPr/>
          <a:lstStyle>
            <a:lvl1pPr marL="0" indent="0" algn="ctr">
              <a:buNone/>
              <a:defRPr sz="2000" b="1">
                <a:solidFill>
                  <a:schemeClr val="accent1"/>
                </a:solidFill>
                <a:latin typeface="+mn-lt"/>
              </a:defRPr>
            </a:lvl1pPr>
          </a:lstStyle>
          <a:p>
            <a:pPr lvl="0"/>
            <a:r>
              <a:rPr lang="de-DE"/>
              <a:t>John </a:t>
            </a:r>
            <a:r>
              <a:rPr lang="de-DE" err="1"/>
              <a:t>Doe</a:t>
            </a:r>
            <a:endParaRPr lang="de-DE"/>
          </a:p>
        </p:txBody>
      </p:sp>
      <p:sp>
        <p:nvSpPr>
          <p:cNvPr id="17" name="Textplatzhalter 19">
            <a:extLst>
              <a:ext uri="{FF2B5EF4-FFF2-40B4-BE49-F238E27FC236}">
                <a16:creationId xmlns:a16="http://schemas.microsoft.com/office/drawing/2014/main" id="{0A7C0463-46E8-836A-425E-520EE1E615DD}"/>
              </a:ext>
            </a:extLst>
          </p:cNvPr>
          <p:cNvSpPr>
            <a:spLocks noGrp="1"/>
          </p:cNvSpPr>
          <p:nvPr>
            <p:ph type="body" sz="quarter" idx="47" hasCustomPrompt="1"/>
          </p:nvPr>
        </p:nvSpPr>
        <p:spPr bwMode="gray">
          <a:xfrm>
            <a:off x="4840019" y="5401450"/>
            <a:ext cx="2511148" cy="145909"/>
          </a:xfrm>
        </p:spPr>
        <p:txBody>
          <a:bodyPr/>
          <a:lstStyle>
            <a:lvl1pPr marL="0" indent="0" algn="ctr">
              <a:buNone/>
              <a:defRPr sz="1200">
                <a:solidFill>
                  <a:schemeClr val="tx1"/>
                </a:solidFill>
              </a:defRPr>
            </a:lvl1pPr>
          </a:lstStyle>
          <a:p>
            <a:pPr lvl="0"/>
            <a:r>
              <a:rPr lang="de-DE"/>
              <a:t>Web</a:t>
            </a:r>
          </a:p>
        </p:txBody>
      </p:sp>
      <p:sp>
        <p:nvSpPr>
          <p:cNvPr id="18" name="Textplatzhalter 19">
            <a:extLst>
              <a:ext uri="{FF2B5EF4-FFF2-40B4-BE49-F238E27FC236}">
                <a16:creationId xmlns:a16="http://schemas.microsoft.com/office/drawing/2014/main" id="{C80B01A0-93F7-8C78-C116-4B30F7A3B943}"/>
              </a:ext>
            </a:extLst>
          </p:cNvPr>
          <p:cNvSpPr>
            <a:spLocks noGrp="1"/>
          </p:cNvSpPr>
          <p:nvPr>
            <p:ph type="body" sz="quarter" idx="48" hasCustomPrompt="1"/>
          </p:nvPr>
        </p:nvSpPr>
        <p:spPr bwMode="gray">
          <a:xfrm>
            <a:off x="4840019" y="5566551"/>
            <a:ext cx="2511148" cy="145909"/>
          </a:xfrm>
        </p:spPr>
        <p:txBody>
          <a:bodyPr/>
          <a:lstStyle>
            <a:lvl1pPr marL="0" indent="0" algn="ctr">
              <a:buNone/>
              <a:defRPr sz="1200">
                <a:solidFill>
                  <a:schemeClr val="tx1"/>
                </a:solidFill>
              </a:defRPr>
            </a:lvl1pPr>
          </a:lstStyle>
          <a:p>
            <a:pPr lvl="0"/>
            <a:r>
              <a:rPr lang="de-DE"/>
              <a:t>E-Mail</a:t>
            </a:r>
          </a:p>
        </p:txBody>
      </p:sp>
      <p:sp>
        <p:nvSpPr>
          <p:cNvPr id="19" name="Textplatzhalter 19">
            <a:extLst>
              <a:ext uri="{FF2B5EF4-FFF2-40B4-BE49-F238E27FC236}">
                <a16:creationId xmlns:a16="http://schemas.microsoft.com/office/drawing/2014/main" id="{4B9D98AF-1F3D-E6FE-682D-C08B6C85CD01}"/>
              </a:ext>
            </a:extLst>
          </p:cNvPr>
          <p:cNvSpPr>
            <a:spLocks noGrp="1"/>
          </p:cNvSpPr>
          <p:nvPr>
            <p:ph type="body" sz="quarter" idx="49" hasCustomPrompt="1"/>
          </p:nvPr>
        </p:nvSpPr>
        <p:spPr bwMode="gray">
          <a:xfrm>
            <a:off x="4840019" y="5731651"/>
            <a:ext cx="2511148" cy="145909"/>
          </a:xfrm>
        </p:spPr>
        <p:txBody>
          <a:bodyPr/>
          <a:lstStyle>
            <a:lvl1pPr marL="0" indent="0" algn="ctr">
              <a:buNone/>
              <a:defRPr sz="1200">
                <a:solidFill>
                  <a:schemeClr val="tx1"/>
                </a:solidFill>
              </a:defRPr>
            </a:lvl1pPr>
          </a:lstStyle>
          <a:p>
            <a:pPr lvl="0"/>
            <a:r>
              <a:rPr lang="de-DE"/>
              <a:t>Phone</a:t>
            </a:r>
          </a:p>
        </p:txBody>
      </p:sp>
      <p:sp>
        <p:nvSpPr>
          <p:cNvPr id="20" name="Textplatzhalter 19">
            <a:extLst>
              <a:ext uri="{FF2B5EF4-FFF2-40B4-BE49-F238E27FC236}">
                <a16:creationId xmlns:a16="http://schemas.microsoft.com/office/drawing/2014/main" id="{5266AE98-2AD7-78F9-F979-0AC39C63E0B5}"/>
              </a:ext>
            </a:extLst>
          </p:cNvPr>
          <p:cNvSpPr>
            <a:spLocks noGrp="1"/>
          </p:cNvSpPr>
          <p:nvPr>
            <p:ph type="body" sz="quarter" idx="50" hasCustomPrompt="1"/>
          </p:nvPr>
        </p:nvSpPr>
        <p:spPr bwMode="gray">
          <a:xfrm>
            <a:off x="8353518" y="4463802"/>
            <a:ext cx="2511148" cy="199671"/>
          </a:xfrm>
        </p:spPr>
        <p:txBody>
          <a:bodyPr/>
          <a:lstStyle>
            <a:lvl1pPr marL="0" indent="0" algn="ctr">
              <a:buNone/>
              <a:defRPr sz="1600">
                <a:solidFill>
                  <a:schemeClr val="tx1"/>
                </a:solidFill>
              </a:defRPr>
            </a:lvl1pPr>
          </a:lstStyle>
          <a:p>
            <a:pPr lvl="0"/>
            <a:r>
              <a:rPr lang="de-DE"/>
              <a:t>Position</a:t>
            </a:r>
          </a:p>
        </p:txBody>
      </p:sp>
      <p:sp>
        <p:nvSpPr>
          <p:cNvPr id="21" name="Textplatzhalter 19">
            <a:extLst>
              <a:ext uri="{FF2B5EF4-FFF2-40B4-BE49-F238E27FC236}">
                <a16:creationId xmlns:a16="http://schemas.microsoft.com/office/drawing/2014/main" id="{103720EB-D9B6-49AD-DF01-D193E5155934}"/>
              </a:ext>
            </a:extLst>
          </p:cNvPr>
          <p:cNvSpPr>
            <a:spLocks noGrp="1"/>
          </p:cNvSpPr>
          <p:nvPr>
            <p:ph type="body" sz="quarter" idx="51" hasCustomPrompt="1"/>
          </p:nvPr>
        </p:nvSpPr>
        <p:spPr bwMode="gray">
          <a:xfrm>
            <a:off x="8353518" y="4686846"/>
            <a:ext cx="2511148" cy="199671"/>
          </a:xfrm>
        </p:spPr>
        <p:txBody>
          <a:bodyPr/>
          <a:lstStyle>
            <a:lvl1pPr marL="0" indent="0" algn="ctr">
              <a:buNone/>
              <a:defRPr sz="1600">
                <a:solidFill>
                  <a:schemeClr val="tx1"/>
                </a:solidFill>
              </a:defRPr>
            </a:lvl1pPr>
          </a:lstStyle>
          <a:p>
            <a:pPr lvl="0"/>
            <a:r>
              <a:rPr lang="de-DE" err="1"/>
              <a:t>Section</a:t>
            </a:r>
            <a:endParaRPr lang="de-DE"/>
          </a:p>
        </p:txBody>
      </p:sp>
      <p:sp>
        <p:nvSpPr>
          <p:cNvPr id="22" name="Textplatzhalter 19">
            <a:extLst>
              <a:ext uri="{FF2B5EF4-FFF2-40B4-BE49-F238E27FC236}">
                <a16:creationId xmlns:a16="http://schemas.microsoft.com/office/drawing/2014/main" id="{14B46577-2EBD-2125-A9B1-28F7ACDD530D}"/>
              </a:ext>
            </a:extLst>
          </p:cNvPr>
          <p:cNvSpPr>
            <a:spLocks noGrp="1"/>
          </p:cNvSpPr>
          <p:nvPr>
            <p:ph type="body" sz="quarter" idx="52" hasCustomPrompt="1"/>
          </p:nvPr>
        </p:nvSpPr>
        <p:spPr bwMode="gray">
          <a:xfrm>
            <a:off x="8353518" y="4156615"/>
            <a:ext cx="2511148" cy="286915"/>
          </a:xfrm>
        </p:spPr>
        <p:txBody>
          <a:bodyPr/>
          <a:lstStyle>
            <a:lvl1pPr marL="0" indent="0" algn="ctr">
              <a:buNone/>
              <a:defRPr sz="2000" b="1">
                <a:solidFill>
                  <a:schemeClr val="accent1"/>
                </a:solidFill>
                <a:latin typeface="+mn-lt"/>
              </a:defRPr>
            </a:lvl1pPr>
          </a:lstStyle>
          <a:p>
            <a:pPr lvl="0"/>
            <a:r>
              <a:rPr lang="de-DE"/>
              <a:t>John </a:t>
            </a:r>
            <a:r>
              <a:rPr lang="de-DE" err="1"/>
              <a:t>Doe</a:t>
            </a:r>
            <a:endParaRPr lang="de-DE"/>
          </a:p>
        </p:txBody>
      </p:sp>
      <p:sp>
        <p:nvSpPr>
          <p:cNvPr id="23" name="Textplatzhalter 19">
            <a:extLst>
              <a:ext uri="{FF2B5EF4-FFF2-40B4-BE49-F238E27FC236}">
                <a16:creationId xmlns:a16="http://schemas.microsoft.com/office/drawing/2014/main" id="{E561053D-76BE-23F3-9423-B6FE0032BED6}"/>
              </a:ext>
            </a:extLst>
          </p:cNvPr>
          <p:cNvSpPr>
            <a:spLocks noGrp="1"/>
          </p:cNvSpPr>
          <p:nvPr>
            <p:ph type="body" sz="quarter" idx="53" hasCustomPrompt="1"/>
          </p:nvPr>
        </p:nvSpPr>
        <p:spPr bwMode="gray">
          <a:xfrm>
            <a:off x="8353518" y="5401450"/>
            <a:ext cx="2511148" cy="145909"/>
          </a:xfrm>
        </p:spPr>
        <p:txBody>
          <a:bodyPr/>
          <a:lstStyle>
            <a:lvl1pPr marL="0" indent="0" algn="ctr">
              <a:buNone/>
              <a:defRPr sz="1200">
                <a:solidFill>
                  <a:schemeClr val="tx1"/>
                </a:solidFill>
              </a:defRPr>
            </a:lvl1pPr>
          </a:lstStyle>
          <a:p>
            <a:pPr lvl="0"/>
            <a:r>
              <a:rPr lang="de-DE"/>
              <a:t>Web</a:t>
            </a:r>
          </a:p>
        </p:txBody>
      </p:sp>
      <p:sp>
        <p:nvSpPr>
          <p:cNvPr id="24" name="Textplatzhalter 19">
            <a:extLst>
              <a:ext uri="{FF2B5EF4-FFF2-40B4-BE49-F238E27FC236}">
                <a16:creationId xmlns:a16="http://schemas.microsoft.com/office/drawing/2014/main" id="{5EF6677A-F4D2-D988-1B88-65B4A67BFD67}"/>
              </a:ext>
            </a:extLst>
          </p:cNvPr>
          <p:cNvSpPr>
            <a:spLocks noGrp="1"/>
          </p:cNvSpPr>
          <p:nvPr>
            <p:ph type="body" sz="quarter" idx="54" hasCustomPrompt="1"/>
          </p:nvPr>
        </p:nvSpPr>
        <p:spPr bwMode="gray">
          <a:xfrm>
            <a:off x="8353518" y="5566551"/>
            <a:ext cx="2511148" cy="145909"/>
          </a:xfrm>
        </p:spPr>
        <p:txBody>
          <a:bodyPr/>
          <a:lstStyle>
            <a:lvl1pPr marL="0" indent="0" algn="ctr">
              <a:buNone/>
              <a:defRPr sz="1200">
                <a:solidFill>
                  <a:schemeClr val="tx1"/>
                </a:solidFill>
              </a:defRPr>
            </a:lvl1pPr>
          </a:lstStyle>
          <a:p>
            <a:pPr lvl="0"/>
            <a:r>
              <a:rPr lang="de-DE"/>
              <a:t>E-Mail</a:t>
            </a:r>
          </a:p>
        </p:txBody>
      </p:sp>
      <p:sp>
        <p:nvSpPr>
          <p:cNvPr id="25" name="Textplatzhalter 19">
            <a:extLst>
              <a:ext uri="{FF2B5EF4-FFF2-40B4-BE49-F238E27FC236}">
                <a16:creationId xmlns:a16="http://schemas.microsoft.com/office/drawing/2014/main" id="{DE42BCAA-0097-FC55-9E39-E2DA01AB8211}"/>
              </a:ext>
            </a:extLst>
          </p:cNvPr>
          <p:cNvSpPr>
            <a:spLocks noGrp="1"/>
          </p:cNvSpPr>
          <p:nvPr>
            <p:ph type="body" sz="quarter" idx="55" hasCustomPrompt="1"/>
          </p:nvPr>
        </p:nvSpPr>
        <p:spPr bwMode="gray">
          <a:xfrm>
            <a:off x="8353518" y="5731651"/>
            <a:ext cx="2511148" cy="145909"/>
          </a:xfrm>
        </p:spPr>
        <p:txBody>
          <a:bodyPr/>
          <a:lstStyle>
            <a:lvl1pPr marL="0" indent="0" algn="ctr">
              <a:buNone/>
              <a:defRPr sz="1200">
                <a:solidFill>
                  <a:schemeClr val="tx1"/>
                </a:solidFill>
              </a:defRPr>
            </a:lvl1pPr>
          </a:lstStyle>
          <a:p>
            <a:pPr lvl="0"/>
            <a:r>
              <a:rPr lang="de-DE"/>
              <a:t>Phone</a:t>
            </a:r>
          </a:p>
        </p:txBody>
      </p:sp>
      <p:cxnSp>
        <p:nvCxnSpPr>
          <p:cNvPr id="26" name="Gerader Verbinder 25">
            <a:extLst>
              <a:ext uri="{FF2B5EF4-FFF2-40B4-BE49-F238E27FC236}">
                <a16:creationId xmlns:a16="http://schemas.microsoft.com/office/drawing/2014/main" id="{26DE7A2C-5491-28D9-D730-45BA7DE21B09}"/>
              </a:ext>
            </a:extLst>
          </p:cNvPr>
          <p:cNvCxnSpPr>
            <a:cxnSpLocks/>
          </p:cNvCxnSpPr>
          <p:nvPr userDrawn="1"/>
        </p:nvCxnSpPr>
        <p:spPr bwMode="gray">
          <a:xfrm flipH="1">
            <a:off x="9343662"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7" name="Gerader Verbinder 26">
            <a:extLst>
              <a:ext uri="{FF2B5EF4-FFF2-40B4-BE49-F238E27FC236}">
                <a16:creationId xmlns:a16="http://schemas.microsoft.com/office/drawing/2014/main" id="{35816C62-917C-832A-5714-28DA0ACBF116}"/>
              </a:ext>
            </a:extLst>
          </p:cNvPr>
          <p:cNvCxnSpPr>
            <a:cxnSpLocks/>
          </p:cNvCxnSpPr>
          <p:nvPr userDrawn="1"/>
        </p:nvCxnSpPr>
        <p:spPr bwMode="gray">
          <a:xfrm flipH="1">
            <a:off x="5830163"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8" name="Gerader Verbinder 27">
            <a:extLst>
              <a:ext uri="{FF2B5EF4-FFF2-40B4-BE49-F238E27FC236}">
                <a16:creationId xmlns:a16="http://schemas.microsoft.com/office/drawing/2014/main" id="{B7EF6E77-3587-D7D8-89F9-A87572A52709}"/>
              </a:ext>
            </a:extLst>
          </p:cNvPr>
          <p:cNvCxnSpPr>
            <a:cxnSpLocks/>
          </p:cNvCxnSpPr>
          <p:nvPr userDrawn="1"/>
        </p:nvCxnSpPr>
        <p:spPr bwMode="gray">
          <a:xfrm flipH="1">
            <a:off x="2316664"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130931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_Contact_4">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0C3BB7C-B4A7-41A4-8C5A-903570B6070B}"/>
              </a:ext>
            </a:extLst>
          </p:cNvPr>
          <p:cNvSpPr>
            <a:spLocks noGrp="1"/>
          </p:cNvSpPr>
          <p:nvPr>
            <p:ph type="title" hasCustomPrompt="1"/>
          </p:nvPr>
        </p:nvSpPr>
        <p:spPr bwMode="gray"/>
        <p:txBody>
          <a:bodyPr vert="horz"/>
          <a:lstStyle/>
          <a:p>
            <a:r>
              <a:rPr lang="en-US"/>
              <a:t>Click to edit Master title style</a:t>
            </a:r>
          </a:p>
        </p:txBody>
      </p:sp>
      <p:sp>
        <p:nvSpPr>
          <p:cNvPr id="10" name="Footer Placeholder 4">
            <a:extLst>
              <a:ext uri="{FF2B5EF4-FFF2-40B4-BE49-F238E27FC236}">
                <a16:creationId xmlns:a16="http://schemas.microsoft.com/office/drawing/2014/main" id="{A9C53063-1F58-BE27-2E94-7E00DE772613}"/>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a:t>© 2023 NTT DATA Business Solutions</a:t>
            </a:r>
          </a:p>
        </p:txBody>
      </p:sp>
      <p:sp>
        <p:nvSpPr>
          <p:cNvPr id="11" name="Slide Number Placeholder 5">
            <a:extLst>
              <a:ext uri="{FF2B5EF4-FFF2-40B4-BE49-F238E27FC236}">
                <a16:creationId xmlns:a16="http://schemas.microsoft.com/office/drawing/2014/main" id="{AF1EE05E-1EF3-FA88-09CC-87DB6B58184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a:p>
        </p:txBody>
      </p:sp>
      <p:sp>
        <p:nvSpPr>
          <p:cNvPr id="2" name="Bild">
            <a:extLst>
              <a:ext uri="{FF2B5EF4-FFF2-40B4-BE49-F238E27FC236}">
                <a16:creationId xmlns:a16="http://schemas.microsoft.com/office/drawing/2014/main" id="{16F42730-80E4-1B1B-17CC-09DD2547C8D4}"/>
              </a:ext>
            </a:extLst>
          </p:cNvPr>
          <p:cNvSpPr>
            <a:spLocks noGrp="1"/>
          </p:cNvSpPr>
          <p:nvPr>
            <p:ph type="pic" sz="quarter" idx="18"/>
          </p:nvPr>
        </p:nvSpPr>
        <p:spPr bwMode="gray">
          <a:xfrm>
            <a:off x="849755" y="1719468"/>
            <a:ext cx="2158392" cy="2158204"/>
          </a:xfrm>
          <a:prstGeom prst="ellipse">
            <a:avLst/>
          </a:prstGeom>
          <a:solidFill>
            <a:schemeClr val="accent6"/>
          </a:solidFill>
        </p:spPr>
        <p:txBody>
          <a:bodyPr lIns="144000" tIns="144000" rIns="144000" bIns="144000"/>
          <a:lstStyle>
            <a:lvl1pPr marL="0" indent="0">
              <a:buNone/>
              <a:defRPr sz="1400"/>
            </a:lvl1pPr>
          </a:lstStyle>
          <a:p>
            <a:r>
              <a:rPr lang="de-DE" noProof="0"/>
              <a:t>Bild</a:t>
            </a:r>
          </a:p>
        </p:txBody>
      </p:sp>
      <p:sp>
        <p:nvSpPr>
          <p:cNvPr id="3" name="Textplatzhalter 19">
            <a:extLst>
              <a:ext uri="{FF2B5EF4-FFF2-40B4-BE49-F238E27FC236}">
                <a16:creationId xmlns:a16="http://schemas.microsoft.com/office/drawing/2014/main" id="{A939BA7A-C2B6-B9E0-A193-6357236B0D80}"/>
              </a:ext>
            </a:extLst>
          </p:cNvPr>
          <p:cNvSpPr>
            <a:spLocks noGrp="1"/>
          </p:cNvSpPr>
          <p:nvPr>
            <p:ph type="body" sz="quarter" idx="20" hasCustomPrompt="1"/>
          </p:nvPr>
        </p:nvSpPr>
        <p:spPr bwMode="gray">
          <a:xfrm>
            <a:off x="673377" y="4463802"/>
            <a:ext cx="2511148" cy="199671"/>
          </a:xfrm>
        </p:spPr>
        <p:txBody>
          <a:bodyPr/>
          <a:lstStyle>
            <a:lvl1pPr marL="0" indent="0" algn="ctr">
              <a:buNone/>
              <a:defRPr sz="1600">
                <a:solidFill>
                  <a:schemeClr val="tx1"/>
                </a:solidFill>
              </a:defRPr>
            </a:lvl1pPr>
          </a:lstStyle>
          <a:p>
            <a:pPr lvl="0"/>
            <a:r>
              <a:rPr lang="de-DE"/>
              <a:t>Position</a:t>
            </a:r>
          </a:p>
        </p:txBody>
      </p:sp>
      <p:sp>
        <p:nvSpPr>
          <p:cNvPr id="4" name="Textplatzhalter 19">
            <a:extLst>
              <a:ext uri="{FF2B5EF4-FFF2-40B4-BE49-F238E27FC236}">
                <a16:creationId xmlns:a16="http://schemas.microsoft.com/office/drawing/2014/main" id="{872571A5-732F-3D9E-6B4D-53CD31A3E045}"/>
              </a:ext>
            </a:extLst>
          </p:cNvPr>
          <p:cNvSpPr>
            <a:spLocks noGrp="1"/>
          </p:cNvSpPr>
          <p:nvPr>
            <p:ph type="body" sz="quarter" idx="24" hasCustomPrompt="1"/>
          </p:nvPr>
        </p:nvSpPr>
        <p:spPr bwMode="gray">
          <a:xfrm>
            <a:off x="673377" y="4686846"/>
            <a:ext cx="2511148" cy="199671"/>
          </a:xfrm>
        </p:spPr>
        <p:txBody>
          <a:bodyPr/>
          <a:lstStyle>
            <a:lvl1pPr marL="0" indent="0" algn="ctr">
              <a:buNone/>
              <a:defRPr sz="1600">
                <a:solidFill>
                  <a:schemeClr val="tx1"/>
                </a:solidFill>
              </a:defRPr>
            </a:lvl1pPr>
          </a:lstStyle>
          <a:p>
            <a:pPr lvl="0"/>
            <a:r>
              <a:rPr lang="de-DE" err="1"/>
              <a:t>Section</a:t>
            </a:r>
            <a:endParaRPr lang="de-DE"/>
          </a:p>
        </p:txBody>
      </p:sp>
      <p:sp>
        <p:nvSpPr>
          <p:cNvPr id="5" name="Textplatzhalter 19">
            <a:extLst>
              <a:ext uri="{FF2B5EF4-FFF2-40B4-BE49-F238E27FC236}">
                <a16:creationId xmlns:a16="http://schemas.microsoft.com/office/drawing/2014/main" id="{6788012F-3E41-D655-3CE5-5DFD616E5D86}"/>
              </a:ext>
            </a:extLst>
          </p:cNvPr>
          <p:cNvSpPr>
            <a:spLocks noGrp="1"/>
          </p:cNvSpPr>
          <p:nvPr>
            <p:ph type="body" sz="quarter" idx="25" hasCustomPrompt="1"/>
          </p:nvPr>
        </p:nvSpPr>
        <p:spPr bwMode="gray">
          <a:xfrm>
            <a:off x="673377" y="4156615"/>
            <a:ext cx="2511148" cy="286915"/>
          </a:xfrm>
        </p:spPr>
        <p:txBody>
          <a:bodyPr/>
          <a:lstStyle>
            <a:lvl1pPr marL="0" indent="0" algn="ctr">
              <a:buNone/>
              <a:defRPr sz="2000" b="1">
                <a:solidFill>
                  <a:schemeClr val="accent1"/>
                </a:solidFill>
                <a:latin typeface="+mn-lt"/>
              </a:defRPr>
            </a:lvl1pPr>
          </a:lstStyle>
          <a:p>
            <a:pPr lvl="0"/>
            <a:r>
              <a:rPr lang="de-DE"/>
              <a:t>John </a:t>
            </a:r>
            <a:r>
              <a:rPr lang="de-DE" err="1"/>
              <a:t>Doe</a:t>
            </a:r>
            <a:endParaRPr lang="de-DE"/>
          </a:p>
        </p:txBody>
      </p:sp>
      <p:sp>
        <p:nvSpPr>
          <p:cNvPr id="7" name="Textplatzhalter 19">
            <a:extLst>
              <a:ext uri="{FF2B5EF4-FFF2-40B4-BE49-F238E27FC236}">
                <a16:creationId xmlns:a16="http://schemas.microsoft.com/office/drawing/2014/main" id="{58F5FD8B-4ED7-0B49-D043-DA4AB5508D46}"/>
              </a:ext>
            </a:extLst>
          </p:cNvPr>
          <p:cNvSpPr>
            <a:spLocks noGrp="1"/>
          </p:cNvSpPr>
          <p:nvPr>
            <p:ph type="body" sz="quarter" idx="26" hasCustomPrompt="1"/>
          </p:nvPr>
        </p:nvSpPr>
        <p:spPr bwMode="gray">
          <a:xfrm>
            <a:off x="673377" y="5401450"/>
            <a:ext cx="2511148" cy="145909"/>
          </a:xfrm>
        </p:spPr>
        <p:txBody>
          <a:bodyPr/>
          <a:lstStyle>
            <a:lvl1pPr marL="0" indent="0" algn="ctr">
              <a:buNone/>
              <a:defRPr sz="1200">
                <a:solidFill>
                  <a:schemeClr val="tx1"/>
                </a:solidFill>
              </a:defRPr>
            </a:lvl1pPr>
          </a:lstStyle>
          <a:p>
            <a:pPr lvl="0"/>
            <a:r>
              <a:rPr lang="de-DE"/>
              <a:t>Web</a:t>
            </a:r>
          </a:p>
        </p:txBody>
      </p:sp>
      <p:sp>
        <p:nvSpPr>
          <p:cNvPr id="8" name="Textplatzhalter 19">
            <a:extLst>
              <a:ext uri="{FF2B5EF4-FFF2-40B4-BE49-F238E27FC236}">
                <a16:creationId xmlns:a16="http://schemas.microsoft.com/office/drawing/2014/main" id="{4BB89FE6-D2B8-921A-6FAE-AC998BE60074}"/>
              </a:ext>
            </a:extLst>
          </p:cNvPr>
          <p:cNvSpPr>
            <a:spLocks noGrp="1"/>
          </p:cNvSpPr>
          <p:nvPr>
            <p:ph type="body" sz="quarter" idx="27" hasCustomPrompt="1"/>
          </p:nvPr>
        </p:nvSpPr>
        <p:spPr bwMode="gray">
          <a:xfrm>
            <a:off x="673377" y="5566551"/>
            <a:ext cx="2511148" cy="145909"/>
          </a:xfrm>
        </p:spPr>
        <p:txBody>
          <a:bodyPr/>
          <a:lstStyle>
            <a:lvl1pPr marL="0" indent="0" algn="ctr">
              <a:buNone/>
              <a:defRPr sz="1200">
                <a:solidFill>
                  <a:schemeClr val="tx1"/>
                </a:solidFill>
              </a:defRPr>
            </a:lvl1pPr>
          </a:lstStyle>
          <a:p>
            <a:pPr lvl="0"/>
            <a:r>
              <a:rPr lang="de-DE"/>
              <a:t>E-Mail</a:t>
            </a:r>
          </a:p>
        </p:txBody>
      </p:sp>
      <p:sp>
        <p:nvSpPr>
          <p:cNvPr id="9" name="Textplatzhalter 19">
            <a:extLst>
              <a:ext uri="{FF2B5EF4-FFF2-40B4-BE49-F238E27FC236}">
                <a16:creationId xmlns:a16="http://schemas.microsoft.com/office/drawing/2014/main" id="{61275AD2-D3C0-38A7-9367-2B930FAF654B}"/>
              </a:ext>
            </a:extLst>
          </p:cNvPr>
          <p:cNvSpPr>
            <a:spLocks noGrp="1"/>
          </p:cNvSpPr>
          <p:nvPr>
            <p:ph type="body" sz="quarter" idx="28" hasCustomPrompt="1"/>
          </p:nvPr>
        </p:nvSpPr>
        <p:spPr bwMode="gray">
          <a:xfrm>
            <a:off x="673377" y="5731651"/>
            <a:ext cx="2511148" cy="145909"/>
          </a:xfrm>
        </p:spPr>
        <p:txBody>
          <a:bodyPr/>
          <a:lstStyle>
            <a:lvl1pPr marL="0" indent="0" algn="ctr">
              <a:buNone/>
              <a:defRPr sz="1200">
                <a:solidFill>
                  <a:schemeClr val="tx1"/>
                </a:solidFill>
              </a:defRPr>
            </a:lvl1pPr>
          </a:lstStyle>
          <a:p>
            <a:pPr lvl="0"/>
            <a:r>
              <a:rPr lang="de-DE"/>
              <a:t>Phone</a:t>
            </a:r>
          </a:p>
        </p:txBody>
      </p:sp>
      <p:sp>
        <p:nvSpPr>
          <p:cNvPr id="12" name="Bild">
            <a:extLst>
              <a:ext uri="{FF2B5EF4-FFF2-40B4-BE49-F238E27FC236}">
                <a16:creationId xmlns:a16="http://schemas.microsoft.com/office/drawing/2014/main" id="{20412483-972D-CC27-6764-E5EC7D460650}"/>
              </a:ext>
            </a:extLst>
          </p:cNvPr>
          <p:cNvSpPr>
            <a:spLocks noGrp="1"/>
          </p:cNvSpPr>
          <p:nvPr>
            <p:ph type="pic" sz="quarter" idx="29"/>
          </p:nvPr>
        </p:nvSpPr>
        <p:spPr bwMode="gray">
          <a:xfrm>
            <a:off x="6405279" y="1719468"/>
            <a:ext cx="2158392" cy="2158204"/>
          </a:xfrm>
          <a:prstGeom prst="ellipse">
            <a:avLst/>
          </a:prstGeom>
          <a:solidFill>
            <a:schemeClr val="accent6"/>
          </a:solidFill>
        </p:spPr>
        <p:txBody>
          <a:bodyPr lIns="144000" tIns="144000" rIns="144000" bIns="144000"/>
          <a:lstStyle>
            <a:lvl1pPr marL="0" indent="0">
              <a:buNone/>
              <a:defRPr sz="1100"/>
            </a:lvl1pPr>
          </a:lstStyle>
          <a:p>
            <a:r>
              <a:rPr lang="de-DE" noProof="0"/>
              <a:t>Bild</a:t>
            </a:r>
          </a:p>
        </p:txBody>
      </p:sp>
      <p:sp>
        <p:nvSpPr>
          <p:cNvPr id="13" name="Bild">
            <a:extLst>
              <a:ext uri="{FF2B5EF4-FFF2-40B4-BE49-F238E27FC236}">
                <a16:creationId xmlns:a16="http://schemas.microsoft.com/office/drawing/2014/main" id="{7A76F2C5-F2BC-1C10-AF54-2E6E56002251}"/>
              </a:ext>
            </a:extLst>
          </p:cNvPr>
          <p:cNvSpPr>
            <a:spLocks noGrp="1"/>
          </p:cNvSpPr>
          <p:nvPr>
            <p:ph type="pic" sz="quarter" idx="36"/>
          </p:nvPr>
        </p:nvSpPr>
        <p:spPr bwMode="gray">
          <a:xfrm>
            <a:off x="3627517" y="1719468"/>
            <a:ext cx="2158392" cy="2158204"/>
          </a:xfrm>
          <a:prstGeom prst="ellipse">
            <a:avLst/>
          </a:prstGeom>
          <a:solidFill>
            <a:schemeClr val="accent6"/>
          </a:solidFill>
        </p:spPr>
        <p:txBody>
          <a:bodyPr lIns="144000" tIns="144000" rIns="144000" bIns="144000"/>
          <a:lstStyle>
            <a:lvl1pPr marL="0" indent="0">
              <a:buNone/>
              <a:defRPr sz="1400"/>
            </a:lvl1pPr>
          </a:lstStyle>
          <a:p>
            <a:r>
              <a:rPr lang="de-DE" noProof="0"/>
              <a:t>Bild</a:t>
            </a:r>
          </a:p>
        </p:txBody>
      </p:sp>
      <p:sp>
        <p:nvSpPr>
          <p:cNvPr id="14" name="Bild">
            <a:extLst>
              <a:ext uri="{FF2B5EF4-FFF2-40B4-BE49-F238E27FC236}">
                <a16:creationId xmlns:a16="http://schemas.microsoft.com/office/drawing/2014/main" id="{31975331-6B09-E7CE-F3DB-8C3FCD3B129C}"/>
              </a:ext>
            </a:extLst>
          </p:cNvPr>
          <p:cNvSpPr>
            <a:spLocks noGrp="1"/>
          </p:cNvSpPr>
          <p:nvPr>
            <p:ph type="pic" sz="quarter" idx="37"/>
          </p:nvPr>
        </p:nvSpPr>
        <p:spPr bwMode="gray">
          <a:xfrm>
            <a:off x="9183040" y="1719468"/>
            <a:ext cx="2158392" cy="2158204"/>
          </a:xfrm>
          <a:prstGeom prst="ellipse">
            <a:avLst/>
          </a:prstGeom>
          <a:solidFill>
            <a:schemeClr val="accent6"/>
          </a:solidFill>
        </p:spPr>
        <p:txBody>
          <a:bodyPr lIns="144000" tIns="144000" rIns="144000" bIns="144000"/>
          <a:lstStyle>
            <a:lvl1pPr marL="0" indent="0">
              <a:buNone/>
              <a:defRPr sz="1100"/>
            </a:lvl1pPr>
          </a:lstStyle>
          <a:p>
            <a:r>
              <a:rPr lang="de-DE" noProof="0"/>
              <a:t>Bild</a:t>
            </a:r>
          </a:p>
        </p:txBody>
      </p:sp>
      <p:sp>
        <p:nvSpPr>
          <p:cNvPr id="15" name="Textplatzhalter 19">
            <a:extLst>
              <a:ext uri="{FF2B5EF4-FFF2-40B4-BE49-F238E27FC236}">
                <a16:creationId xmlns:a16="http://schemas.microsoft.com/office/drawing/2014/main" id="{F3E5FC0E-EF90-B021-52B2-0C1414C429DF}"/>
              </a:ext>
            </a:extLst>
          </p:cNvPr>
          <p:cNvSpPr>
            <a:spLocks noGrp="1"/>
          </p:cNvSpPr>
          <p:nvPr>
            <p:ph type="body" sz="quarter" idx="38" hasCustomPrompt="1"/>
          </p:nvPr>
        </p:nvSpPr>
        <p:spPr bwMode="gray">
          <a:xfrm>
            <a:off x="3451139" y="4463802"/>
            <a:ext cx="2511148" cy="199671"/>
          </a:xfrm>
        </p:spPr>
        <p:txBody>
          <a:bodyPr/>
          <a:lstStyle>
            <a:lvl1pPr marL="0" indent="0" algn="ctr">
              <a:buNone/>
              <a:defRPr sz="1600">
                <a:solidFill>
                  <a:schemeClr val="tx1"/>
                </a:solidFill>
              </a:defRPr>
            </a:lvl1pPr>
          </a:lstStyle>
          <a:p>
            <a:pPr lvl="0"/>
            <a:r>
              <a:rPr lang="de-DE"/>
              <a:t>Position</a:t>
            </a:r>
          </a:p>
        </p:txBody>
      </p:sp>
      <p:sp>
        <p:nvSpPr>
          <p:cNvPr id="16" name="Textplatzhalter 19">
            <a:extLst>
              <a:ext uri="{FF2B5EF4-FFF2-40B4-BE49-F238E27FC236}">
                <a16:creationId xmlns:a16="http://schemas.microsoft.com/office/drawing/2014/main" id="{89AE2A50-7EBD-6DC8-F352-D68DFD88E014}"/>
              </a:ext>
            </a:extLst>
          </p:cNvPr>
          <p:cNvSpPr>
            <a:spLocks noGrp="1"/>
          </p:cNvSpPr>
          <p:nvPr>
            <p:ph type="body" sz="quarter" idx="39" hasCustomPrompt="1"/>
          </p:nvPr>
        </p:nvSpPr>
        <p:spPr bwMode="gray">
          <a:xfrm>
            <a:off x="3451139" y="4686846"/>
            <a:ext cx="2511148" cy="199671"/>
          </a:xfrm>
        </p:spPr>
        <p:txBody>
          <a:bodyPr/>
          <a:lstStyle>
            <a:lvl1pPr marL="0" indent="0" algn="ctr">
              <a:buNone/>
              <a:defRPr sz="1600">
                <a:solidFill>
                  <a:schemeClr val="tx1"/>
                </a:solidFill>
              </a:defRPr>
            </a:lvl1pPr>
          </a:lstStyle>
          <a:p>
            <a:pPr lvl="0"/>
            <a:r>
              <a:rPr lang="de-DE" err="1"/>
              <a:t>Section</a:t>
            </a:r>
            <a:endParaRPr lang="de-DE"/>
          </a:p>
        </p:txBody>
      </p:sp>
      <p:sp>
        <p:nvSpPr>
          <p:cNvPr id="17" name="Textplatzhalter 19">
            <a:extLst>
              <a:ext uri="{FF2B5EF4-FFF2-40B4-BE49-F238E27FC236}">
                <a16:creationId xmlns:a16="http://schemas.microsoft.com/office/drawing/2014/main" id="{C64E8E40-1BCF-E2D4-0C28-A618217D249B}"/>
              </a:ext>
            </a:extLst>
          </p:cNvPr>
          <p:cNvSpPr>
            <a:spLocks noGrp="1"/>
          </p:cNvSpPr>
          <p:nvPr>
            <p:ph type="body" sz="quarter" idx="40" hasCustomPrompt="1"/>
          </p:nvPr>
        </p:nvSpPr>
        <p:spPr bwMode="gray">
          <a:xfrm>
            <a:off x="3451139" y="4156615"/>
            <a:ext cx="2511148" cy="286915"/>
          </a:xfrm>
        </p:spPr>
        <p:txBody>
          <a:bodyPr/>
          <a:lstStyle>
            <a:lvl1pPr marL="0" indent="0" algn="ctr">
              <a:buNone/>
              <a:defRPr sz="2000" b="1">
                <a:solidFill>
                  <a:schemeClr val="accent1"/>
                </a:solidFill>
                <a:latin typeface="+mn-lt"/>
              </a:defRPr>
            </a:lvl1pPr>
          </a:lstStyle>
          <a:p>
            <a:pPr lvl="0"/>
            <a:r>
              <a:rPr lang="de-DE"/>
              <a:t>John </a:t>
            </a:r>
            <a:r>
              <a:rPr lang="de-DE" err="1"/>
              <a:t>Doe</a:t>
            </a:r>
            <a:endParaRPr lang="de-DE"/>
          </a:p>
        </p:txBody>
      </p:sp>
      <p:sp>
        <p:nvSpPr>
          <p:cNvPr id="18" name="Textplatzhalter 19">
            <a:extLst>
              <a:ext uri="{FF2B5EF4-FFF2-40B4-BE49-F238E27FC236}">
                <a16:creationId xmlns:a16="http://schemas.microsoft.com/office/drawing/2014/main" id="{2A5D2E15-3913-600B-A8E7-01CD5A6376B1}"/>
              </a:ext>
            </a:extLst>
          </p:cNvPr>
          <p:cNvSpPr>
            <a:spLocks noGrp="1"/>
          </p:cNvSpPr>
          <p:nvPr>
            <p:ph type="body" sz="quarter" idx="41" hasCustomPrompt="1"/>
          </p:nvPr>
        </p:nvSpPr>
        <p:spPr bwMode="gray">
          <a:xfrm>
            <a:off x="3451139" y="5401450"/>
            <a:ext cx="2511148" cy="145909"/>
          </a:xfrm>
        </p:spPr>
        <p:txBody>
          <a:bodyPr/>
          <a:lstStyle>
            <a:lvl1pPr marL="0" indent="0" algn="ctr">
              <a:buNone/>
              <a:defRPr sz="1200">
                <a:solidFill>
                  <a:schemeClr val="tx1"/>
                </a:solidFill>
              </a:defRPr>
            </a:lvl1pPr>
          </a:lstStyle>
          <a:p>
            <a:pPr lvl="0"/>
            <a:r>
              <a:rPr lang="de-DE"/>
              <a:t>Web</a:t>
            </a:r>
          </a:p>
        </p:txBody>
      </p:sp>
      <p:sp>
        <p:nvSpPr>
          <p:cNvPr id="19" name="Textplatzhalter 19">
            <a:extLst>
              <a:ext uri="{FF2B5EF4-FFF2-40B4-BE49-F238E27FC236}">
                <a16:creationId xmlns:a16="http://schemas.microsoft.com/office/drawing/2014/main" id="{161D927A-3270-4618-BD8D-F8F3C7F146AC}"/>
              </a:ext>
            </a:extLst>
          </p:cNvPr>
          <p:cNvSpPr>
            <a:spLocks noGrp="1"/>
          </p:cNvSpPr>
          <p:nvPr>
            <p:ph type="body" sz="quarter" idx="42" hasCustomPrompt="1"/>
          </p:nvPr>
        </p:nvSpPr>
        <p:spPr bwMode="gray">
          <a:xfrm>
            <a:off x="3451139" y="5566551"/>
            <a:ext cx="2511148" cy="145909"/>
          </a:xfrm>
        </p:spPr>
        <p:txBody>
          <a:bodyPr/>
          <a:lstStyle>
            <a:lvl1pPr marL="0" indent="0" algn="ctr">
              <a:buNone/>
              <a:defRPr sz="1200">
                <a:solidFill>
                  <a:schemeClr val="tx1"/>
                </a:solidFill>
              </a:defRPr>
            </a:lvl1pPr>
          </a:lstStyle>
          <a:p>
            <a:pPr lvl="0"/>
            <a:r>
              <a:rPr lang="de-DE"/>
              <a:t>E-Mail</a:t>
            </a:r>
          </a:p>
        </p:txBody>
      </p:sp>
      <p:sp>
        <p:nvSpPr>
          <p:cNvPr id="20" name="Textplatzhalter 19">
            <a:extLst>
              <a:ext uri="{FF2B5EF4-FFF2-40B4-BE49-F238E27FC236}">
                <a16:creationId xmlns:a16="http://schemas.microsoft.com/office/drawing/2014/main" id="{49FD7A3D-D4F1-7AF5-6EAE-90907F3279DB}"/>
              </a:ext>
            </a:extLst>
          </p:cNvPr>
          <p:cNvSpPr>
            <a:spLocks noGrp="1"/>
          </p:cNvSpPr>
          <p:nvPr>
            <p:ph type="body" sz="quarter" idx="43" hasCustomPrompt="1"/>
          </p:nvPr>
        </p:nvSpPr>
        <p:spPr bwMode="gray">
          <a:xfrm>
            <a:off x="3451139" y="5731651"/>
            <a:ext cx="2511148" cy="145909"/>
          </a:xfrm>
        </p:spPr>
        <p:txBody>
          <a:bodyPr/>
          <a:lstStyle>
            <a:lvl1pPr marL="0" indent="0" algn="ctr">
              <a:buNone/>
              <a:defRPr sz="1200">
                <a:solidFill>
                  <a:schemeClr val="tx1"/>
                </a:solidFill>
              </a:defRPr>
            </a:lvl1pPr>
          </a:lstStyle>
          <a:p>
            <a:pPr lvl="0"/>
            <a:r>
              <a:rPr lang="de-DE"/>
              <a:t>Phone</a:t>
            </a:r>
          </a:p>
        </p:txBody>
      </p:sp>
      <p:sp>
        <p:nvSpPr>
          <p:cNvPr id="21" name="Textplatzhalter 19">
            <a:extLst>
              <a:ext uri="{FF2B5EF4-FFF2-40B4-BE49-F238E27FC236}">
                <a16:creationId xmlns:a16="http://schemas.microsoft.com/office/drawing/2014/main" id="{78FA88C9-C022-EA4F-DBB9-329D4DD284AD}"/>
              </a:ext>
            </a:extLst>
          </p:cNvPr>
          <p:cNvSpPr>
            <a:spLocks noGrp="1"/>
          </p:cNvSpPr>
          <p:nvPr>
            <p:ph type="body" sz="quarter" idx="44" hasCustomPrompt="1"/>
          </p:nvPr>
        </p:nvSpPr>
        <p:spPr bwMode="gray">
          <a:xfrm>
            <a:off x="6228901" y="4463802"/>
            <a:ext cx="2511148" cy="199671"/>
          </a:xfrm>
        </p:spPr>
        <p:txBody>
          <a:bodyPr/>
          <a:lstStyle>
            <a:lvl1pPr marL="0" indent="0" algn="ctr">
              <a:buNone/>
              <a:defRPr sz="1600">
                <a:solidFill>
                  <a:schemeClr val="tx1"/>
                </a:solidFill>
              </a:defRPr>
            </a:lvl1pPr>
          </a:lstStyle>
          <a:p>
            <a:pPr lvl="0"/>
            <a:r>
              <a:rPr lang="de-DE"/>
              <a:t>Position</a:t>
            </a:r>
          </a:p>
        </p:txBody>
      </p:sp>
      <p:sp>
        <p:nvSpPr>
          <p:cNvPr id="22" name="Textplatzhalter 19">
            <a:extLst>
              <a:ext uri="{FF2B5EF4-FFF2-40B4-BE49-F238E27FC236}">
                <a16:creationId xmlns:a16="http://schemas.microsoft.com/office/drawing/2014/main" id="{523D24B7-3575-BF51-9C96-A605746B9364}"/>
              </a:ext>
            </a:extLst>
          </p:cNvPr>
          <p:cNvSpPr>
            <a:spLocks noGrp="1"/>
          </p:cNvSpPr>
          <p:nvPr>
            <p:ph type="body" sz="quarter" idx="45" hasCustomPrompt="1"/>
          </p:nvPr>
        </p:nvSpPr>
        <p:spPr bwMode="gray">
          <a:xfrm>
            <a:off x="6228901" y="4686846"/>
            <a:ext cx="2511148" cy="199671"/>
          </a:xfrm>
        </p:spPr>
        <p:txBody>
          <a:bodyPr/>
          <a:lstStyle>
            <a:lvl1pPr marL="0" indent="0" algn="ctr">
              <a:buNone/>
              <a:defRPr sz="1600">
                <a:solidFill>
                  <a:schemeClr val="tx1"/>
                </a:solidFill>
              </a:defRPr>
            </a:lvl1pPr>
          </a:lstStyle>
          <a:p>
            <a:pPr lvl="0"/>
            <a:r>
              <a:rPr lang="de-DE" err="1"/>
              <a:t>Section</a:t>
            </a:r>
            <a:endParaRPr lang="de-DE"/>
          </a:p>
        </p:txBody>
      </p:sp>
      <p:sp>
        <p:nvSpPr>
          <p:cNvPr id="23" name="Textplatzhalter 19">
            <a:extLst>
              <a:ext uri="{FF2B5EF4-FFF2-40B4-BE49-F238E27FC236}">
                <a16:creationId xmlns:a16="http://schemas.microsoft.com/office/drawing/2014/main" id="{D0A4412B-D399-9DC1-1EDD-AB58F5B659EB}"/>
              </a:ext>
            </a:extLst>
          </p:cNvPr>
          <p:cNvSpPr>
            <a:spLocks noGrp="1"/>
          </p:cNvSpPr>
          <p:nvPr>
            <p:ph type="body" sz="quarter" idx="46" hasCustomPrompt="1"/>
          </p:nvPr>
        </p:nvSpPr>
        <p:spPr bwMode="gray">
          <a:xfrm>
            <a:off x="6228901" y="4156615"/>
            <a:ext cx="2511148" cy="286915"/>
          </a:xfrm>
        </p:spPr>
        <p:txBody>
          <a:bodyPr/>
          <a:lstStyle>
            <a:lvl1pPr marL="0" indent="0" algn="ctr">
              <a:buNone/>
              <a:defRPr sz="2000" b="1">
                <a:solidFill>
                  <a:schemeClr val="accent1"/>
                </a:solidFill>
                <a:latin typeface="+mn-lt"/>
              </a:defRPr>
            </a:lvl1pPr>
          </a:lstStyle>
          <a:p>
            <a:pPr lvl="0"/>
            <a:r>
              <a:rPr lang="de-DE"/>
              <a:t>John </a:t>
            </a:r>
            <a:r>
              <a:rPr lang="de-DE" err="1"/>
              <a:t>Doe</a:t>
            </a:r>
            <a:endParaRPr lang="de-DE"/>
          </a:p>
        </p:txBody>
      </p:sp>
      <p:sp>
        <p:nvSpPr>
          <p:cNvPr id="24" name="Textplatzhalter 19">
            <a:extLst>
              <a:ext uri="{FF2B5EF4-FFF2-40B4-BE49-F238E27FC236}">
                <a16:creationId xmlns:a16="http://schemas.microsoft.com/office/drawing/2014/main" id="{8A69D7E2-534B-74ED-FE81-DB9ECE211ACB}"/>
              </a:ext>
            </a:extLst>
          </p:cNvPr>
          <p:cNvSpPr>
            <a:spLocks noGrp="1"/>
          </p:cNvSpPr>
          <p:nvPr>
            <p:ph type="body" sz="quarter" idx="47" hasCustomPrompt="1"/>
          </p:nvPr>
        </p:nvSpPr>
        <p:spPr bwMode="gray">
          <a:xfrm>
            <a:off x="6228901" y="5401450"/>
            <a:ext cx="2511148" cy="145909"/>
          </a:xfrm>
        </p:spPr>
        <p:txBody>
          <a:bodyPr/>
          <a:lstStyle>
            <a:lvl1pPr marL="0" indent="0" algn="ctr">
              <a:buNone/>
              <a:defRPr sz="1200">
                <a:solidFill>
                  <a:schemeClr val="tx1"/>
                </a:solidFill>
              </a:defRPr>
            </a:lvl1pPr>
          </a:lstStyle>
          <a:p>
            <a:pPr lvl="0"/>
            <a:r>
              <a:rPr lang="de-DE"/>
              <a:t>Web</a:t>
            </a:r>
          </a:p>
        </p:txBody>
      </p:sp>
      <p:sp>
        <p:nvSpPr>
          <p:cNvPr id="25" name="Textplatzhalter 19">
            <a:extLst>
              <a:ext uri="{FF2B5EF4-FFF2-40B4-BE49-F238E27FC236}">
                <a16:creationId xmlns:a16="http://schemas.microsoft.com/office/drawing/2014/main" id="{C5F86150-5752-71F1-CED6-0E3F1ABACCFD}"/>
              </a:ext>
            </a:extLst>
          </p:cNvPr>
          <p:cNvSpPr>
            <a:spLocks noGrp="1"/>
          </p:cNvSpPr>
          <p:nvPr>
            <p:ph type="body" sz="quarter" idx="48" hasCustomPrompt="1"/>
          </p:nvPr>
        </p:nvSpPr>
        <p:spPr bwMode="gray">
          <a:xfrm>
            <a:off x="6228901" y="5566551"/>
            <a:ext cx="2511148" cy="145909"/>
          </a:xfrm>
        </p:spPr>
        <p:txBody>
          <a:bodyPr/>
          <a:lstStyle>
            <a:lvl1pPr marL="0" indent="0" algn="ctr">
              <a:buNone/>
              <a:defRPr sz="1200">
                <a:solidFill>
                  <a:schemeClr val="tx1"/>
                </a:solidFill>
              </a:defRPr>
            </a:lvl1pPr>
          </a:lstStyle>
          <a:p>
            <a:pPr lvl="0"/>
            <a:r>
              <a:rPr lang="de-DE"/>
              <a:t>E-Mail</a:t>
            </a:r>
          </a:p>
        </p:txBody>
      </p:sp>
      <p:sp>
        <p:nvSpPr>
          <p:cNvPr id="26" name="Textplatzhalter 19">
            <a:extLst>
              <a:ext uri="{FF2B5EF4-FFF2-40B4-BE49-F238E27FC236}">
                <a16:creationId xmlns:a16="http://schemas.microsoft.com/office/drawing/2014/main" id="{830AEDA0-5D4D-3F13-89C3-95D8541436B1}"/>
              </a:ext>
            </a:extLst>
          </p:cNvPr>
          <p:cNvSpPr>
            <a:spLocks noGrp="1"/>
          </p:cNvSpPr>
          <p:nvPr>
            <p:ph type="body" sz="quarter" idx="49" hasCustomPrompt="1"/>
          </p:nvPr>
        </p:nvSpPr>
        <p:spPr bwMode="gray">
          <a:xfrm>
            <a:off x="6228901" y="5731651"/>
            <a:ext cx="2511148" cy="145909"/>
          </a:xfrm>
        </p:spPr>
        <p:txBody>
          <a:bodyPr/>
          <a:lstStyle>
            <a:lvl1pPr marL="0" indent="0" algn="ctr">
              <a:buNone/>
              <a:defRPr sz="1200">
                <a:solidFill>
                  <a:schemeClr val="tx1"/>
                </a:solidFill>
              </a:defRPr>
            </a:lvl1pPr>
          </a:lstStyle>
          <a:p>
            <a:pPr lvl="0"/>
            <a:r>
              <a:rPr lang="de-DE"/>
              <a:t>Phone</a:t>
            </a:r>
          </a:p>
        </p:txBody>
      </p:sp>
      <p:sp>
        <p:nvSpPr>
          <p:cNvPr id="27" name="Textplatzhalter 19">
            <a:extLst>
              <a:ext uri="{FF2B5EF4-FFF2-40B4-BE49-F238E27FC236}">
                <a16:creationId xmlns:a16="http://schemas.microsoft.com/office/drawing/2014/main" id="{6BFB1882-F1D8-A85C-B839-ACF2C4545C7D}"/>
              </a:ext>
            </a:extLst>
          </p:cNvPr>
          <p:cNvSpPr>
            <a:spLocks noGrp="1"/>
          </p:cNvSpPr>
          <p:nvPr>
            <p:ph type="body" sz="quarter" idx="50" hasCustomPrompt="1"/>
          </p:nvPr>
        </p:nvSpPr>
        <p:spPr bwMode="gray">
          <a:xfrm>
            <a:off x="9006662" y="4463802"/>
            <a:ext cx="2511148" cy="199671"/>
          </a:xfrm>
        </p:spPr>
        <p:txBody>
          <a:bodyPr/>
          <a:lstStyle>
            <a:lvl1pPr marL="0" indent="0" algn="ctr">
              <a:buNone/>
              <a:defRPr sz="1600">
                <a:solidFill>
                  <a:schemeClr val="tx1"/>
                </a:solidFill>
              </a:defRPr>
            </a:lvl1pPr>
          </a:lstStyle>
          <a:p>
            <a:pPr lvl="0"/>
            <a:r>
              <a:rPr lang="de-DE"/>
              <a:t>Position</a:t>
            </a:r>
          </a:p>
        </p:txBody>
      </p:sp>
      <p:sp>
        <p:nvSpPr>
          <p:cNvPr id="28" name="Textplatzhalter 19">
            <a:extLst>
              <a:ext uri="{FF2B5EF4-FFF2-40B4-BE49-F238E27FC236}">
                <a16:creationId xmlns:a16="http://schemas.microsoft.com/office/drawing/2014/main" id="{D66D50FF-8651-7C92-87EE-7F052014F732}"/>
              </a:ext>
            </a:extLst>
          </p:cNvPr>
          <p:cNvSpPr>
            <a:spLocks noGrp="1"/>
          </p:cNvSpPr>
          <p:nvPr>
            <p:ph type="body" sz="quarter" idx="51" hasCustomPrompt="1"/>
          </p:nvPr>
        </p:nvSpPr>
        <p:spPr bwMode="gray">
          <a:xfrm>
            <a:off x="9006662" y="4686846"/>
            <a:ext cx="2511148" cy="199671"/>
          </a:xfrm>
        </p:spPr>
        <p:txBody>
          <a:bodyPr/>
          <a:lstStyle>
            <a:lvl1pPr marL="0" indent="0" algn="ctr">
              <a:buNone/>
              <a:defRPr sz="1600">
                <a:solidFill>
                  <a:schemeClr val="tx1"/>
                </a:solidFill>
              </a:defRPr>
            </a:lvl1pPr>
          </a:lstStyle>
          <a:p>
            <a:pPr lvl="0"/>
            <a:r>
              <a:rPr lang="de-DE" err="1"/>
              <a:t>Section</a:t>
            </a:r>
            <a:endParaRPr lang="de-DE"/>
          </a:p>
        </p:txBody>
      </p:sp>
      <p:sp>
        <p:nvSpPr>
          <p:cNvPr id="29" name="Textplatzhalter 19">
            <a:extLst>
              <a:ext uri="{FF2B5EF4-FFF2-40B4-BE49-F238E27FC236}">
                <a16:creationId xmlns:a16="http://schemas.microsoft.com/office/drawing/2014/main" id="{65AD2339-B0CC-988A-7A70-B4653D123BDF}"/>
              </a:ext>
            </a:extLst>
          </p:cNvPr>
          <p:cNvSpPr>
            <a:spLocks noGrp="1"/>
          </p:cNvSpPr>
          <p:nvPr>
            <p:ph type="body" sz="quarter" idx="52" hasCustomPrompt="1"/>
          </p:nvPr>
        </p:nvSpPr>
        <p:spPr bwMode="gray">
          <a:xfrm>
            <a:off x="9006662" y="4156615"/>
            <a:ext cx="2511148" cy="286915"/>
          </a:xfrm>
        </p:spPr>
        <p:txBody>
          <a:bodyPr/>
          <a:lstStyle>
            <a:lvl1pPr marL="0" indent="0" algn="ctr">
              <a:buNone/>
              <a:defRPr sz="2000" b="1">
                <a:solidFill>
                  <a:schemeClr val="accent1"/>
                </a:solidFill>
                <a:latin typeface="+mn-lt"/>
              </a:defRPr>
            </a:lvl1pPr>
          </a:lstStyle>
          <a:p>
            <a:pPr lvl="0"/>
            <a:r>
              <a:rPr lang="de-DE"/>
              <a:t>John </a:t>
            </a:r>
            <a:r>
              <a:rPr lang="de-DE" err="1"/>
              <a:t>Doe</a:t>
            </a:r>
            <a:endParaRPr lang="de-DE"/>
          </a:p>
        </p:txBody>
      </p:sp>
      <p:sp>
        <p:nvSpPr>
          <p:cNvPr id="30" name="Textplatzhalter 19">
            <a:extLst>
              <a:ext uri="{FF2B5EF4-FFF2-40B4-BE49-F238E27FC236}">
                <a16:creationId xmlns:a16="http://schemas.microsoft.com/office/drawing/2014/main" id="{1AE5C333-5F10-F2AC-AC41-4C02A80F0E9F}"/>
              </a:ext>
            </a:extLst>
          </p:cNvPr>
          <p:cNvSpPr>
            <a:spLocks noGrp="1"/>
          </p:cNvSpPr>
          <p:nvPr>
            <p:ph type="body" sz="quarter" idx="53" hasCustomPrompt="1"/>
          </p:nvPr>
        </p:nvSpPr>
        <p:spPr bwMode="gray">
          <a:xfrm>
            <a:off x="9006662" y="5401450"/>
            <a:ext cx="2511148" cy="145909"/>
          </a:xfrm>
        </p:spPr>
        <p:txBody>
          <a:bodyPr/>
          <a:lstStyle>
            <a:lvl1pPr marL="0" indent="0" algn="ctr">
              <a:buNone/>
              <a:defRPr sz="1200">
                <a:solidFill>
                  <a:schemeClr val="tx1"/>
                </a:solidFill>
              </a:defRPr>
            </a:lvl1pPr>
          </a:lstStyle>
          <a:p>
            <a:pPr lvl="0"/>
            <a:r>
              <a:rPr lang="de-DE"/>
              <a:t>Web</a:t>
            </a:r>
          </a:p>
        </p:txBody>
      </p:sp>
      <p:sp>
        <p:nvSpPr>
          <p:cNvPr id="31" name="Textplatzhalter 19">
            <a:extLst>
              <a:ext uri="{FF2B5EF4-FFF2-40B4-BE49-F238E27FC236}">
                <a16:creationId xmlns:a16="http://schemas.microsoft.com/office/drawing/2014/main" id="{3E499F00-EF00-009C-6FDC-F2713C718F8D}"/>
              </a:ext>
            </a:extLst>
          </p:cNvPr>
          <p:cNvSpPr>
            <a:spLocks noGrp="1"/>
          </p:cNvSpPr>
          <p:nvPr>
            <p:ph type="body" sz="quarter" idx="54" hasCustomPrompt="1"/>
          </p:nvPr>
        </p:nvSpPr>
        <p:spPr bwMode="gray">
          <a:xfrm>
            <a:off x="9006662" y="5566551"/>
            <a:ext cx="2511148" cy="145909"/>
          </a:xfrm>
        </p:spPr>
        <p:txBody>
          <a:bodyPr/>
          <a:lstStyle>
            <a:lvl1pPr marL="0" indent="0" algn="ctr">
              <a:buNone/>
              <a:defRPr sz="1200">
                <a:solidFill>
                  <a:schemeClr val="tx1"/>
                </a:solidFill>
              </a:defRPr>
            </a:lvl1pPr>
          </a:lstStyle>
          <a:p>
            <a:pPr lvl="0"/>
            <a:r>
              <a:rPr lang="de-DE"/>
              <a:t>E-Mail</a:t>
            </a:r>
          </a:p>
        </p:txBody>
      </p:sp>
      <p:sp>
        <p:nvSpPr>
          <p:cNvPr id="32" name="Textplatzhalter 19">
            <a:extLst>
              <a:ext uri="{FF2B5EF4-FFF2-40B4-BE49-F238E27FC236}">
                <a16:creationId xmlns:a16="http://schemas.microsoft.com/office/drawing/2014/main" id="{04BB8561-C701-C5AD-1868-E39E13B2D485}"/>
              </a:ext>
            </a:extLst>
          </p:cNvPr>
          <p:cNvSpPr>
            <a:spLocks noGrp="1"/>
          </p:cNvSpPr>
          <p:nvPr>
            <p:ph type="body" sz="quarter" idx="55" hasCustomPrompt="1"/>
          </p:nvPr>
        </p:nvSpPr>
        <p:spPr bwMode="gray">
          <a:xfrm>
            <a:off x="9006662" y="5731651"/>
            <a:ext cx="2511148" cy="145909"/>
          </a:xfrm>
        </p:spPr>
        <p:txBody>
          <a:bodyPr/>
          <a:lstStyle>
            <a:lvl1pPr marL="0" indent="0" algn="ctr">
              <a:buNone/>
              <a:defRPr sz="1200">
                <a:solidFill>
                  <a:schemeClr val="tx1"/>
                </a:solidFill>
              </a:defRPr>
            </a:lvl1pPr>
          </a:lstStyle>
          <a:p>
            <a:pPr lvl="0"/>
            <a:r>
              <a:rPr lang="de-DE"/>
              <a:t>Phone</a:t>
            </a:r>
          </a:p>
        </p:txBody>
      </p:sp>
      <p:cxnSp>
        <p:nvCxnSpPr>
          <p:cNvPr id="33" name="Gerader Verbinder 32">
            <a:extLst>
              <a:ext uri="{FF2B5EF4-FFF2-40B4-BE49-F238E27FC236}">
                <a16:creationId xmlns:a16="http://schemas.microsoft.com/office/drawing/2014/main" id="{B355D6BC-5C62-6586-EC58-C6E319705193}"/>
              </a:ext>
            </a:extLst>
          </p:cNvPr>
          <p:cNvCxnSpPr>
            <a:cxnSpLocks/>
          </p:cNvCxnSpPr>
          <p:nvPr userDrawn="1"/>
        </p:nvCxnSpPr>
        <p:spPr bwMode="gray">
          <a:xfrm flipH="1">
            <a:off x="4441283"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4" name="Gerader Verbinder 33">
            <a:extLst>
              <a:ext uri="{FF2B5EF4-FFF2-40B4-BE49-F238E27FC236}">
                <a16:creationId xmlns:a16="http://schemas.microsoft.com/office/drawing/2014/main" id="{AAAECC0A-4739-F741-0C36-5CD62BD48454}"/>
              </a:ext>
            </a:extLst>
          </p:cNvPr>
          <p:cNvCxnSpPr>
            <a:cxnSpLocks/>
          </p:cNvCxnSpPr>
          <p:nvPr userDrawn="1"/>
        </p:nvCxnSpPr>
        <p:spPr bwMode="gray">
          <a:xfrm flipH="1">
            <a:off x="1663521"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5" name="Gerader Verbinder 34">
            <a:extLst>
              <a:ext uri="{FF2B5EF4-FFF2-40B4-BE49-F238E27FC236}">
                <a16:creationId xmlns:a16="http://schemas.microsoft.com/office/drawing/2014/main" id="{F672ADE9-C022-6E2D-A922-90B786298FF9}"/>
              </a:ext>
            </a:extLst>
          </p:cNvPr>
          <p:cNvCxnSpPr>
            <a:cxnSpLocks/>
          </p:cNvCxnSpPr>
          <p:nvPr userDrawn="1"/>
        </p:nvCxnSpPr>
        <p:spPr bwMode="gray">
          <a:xfrm flipH="1">
            <a:off x="7219045"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6" name="Gerader Verbinder 35">
            <a:extLst>
              <a:ext uri="{FF2B5EF4-FFF2-40B4-BE49-F238E27FC236}">
                <a16:creationId xmlns:a16="http://schemas.microsoft.com/office/drawing/2014/main" id="{DA0D3050-60E7-9E5A-1500-FF89FCFA08FD}"/>
              </a:ext>
            </a:extLst>
          </p:cNvPr>
          <p:cNvCxnSpPr>
            <a:cxnSpLocks/>
          </p:cNvCxnSpPr>
          <p:nvPr userDrawn="1"/>
        </p:nvCxnSpPr>
        <p:spPr bwMode="gray">
          <a:xfrm flipH="1">
            <a:off x="9996806"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555252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E_Closing Slide Future Blue Dark">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B87ED33-6A4E-4B88-9978-60E9E0EBFC9F}"/>
              </a:ext>
            </a:extLst>
          </p:cNvPr>
          <p:cNvSpPr/>
          <p:nvPr/>
        </p:nvSpPr>
        <p:spPr bwMode="gray">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NTT DATA Global Logo">
            <a:extLst>
              <a:ext uri="{FF2B5EF4-FFF2-40B4-BE49-F238E27FC236}">
                <a16:creationId xmlns:a16="http://schemas.microsoft.com/office/drawing/2014/main" id="{3F03F05C-59F6-715B-5A33-907AD87C663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403287" y="2880000"/>
            <a:ext cx="5385427" cy="1098000"/>
          </a:xfrm>
          <a:prstGeom prst="rect">
            <a:avLst/>
          </a:prstGeom>
        </p:spPr>
      </p:pic>
    </p:spTree>
    <p:extLst>
      <p:ext uri="{BB962C8B-B14F-4D97-AF65-F5344CB8AC3E}">
        <p14:creationId xmlns:p14="http://schemas.microsoft.com/office/powerpoint/2010/main" val="210332653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E_Closing Slide Navy Dark with picture dark">
    <p:bg bwMode="gray">
      <p:bgPr>
        <a:solidFill>
          <a:schemeClr val="bg1"/>
        </a:solidFill>
        <a:effectLst/>
      </p:bgPr>
    </p:bg>
    <p:spTree>
      <p:nvGrpSpPr>
        <p:cNvPr id="1" name=""/>
        <p:cNvGrpSpPr/>
        <p:nvPr/>
      </p:nvGrpSpPr>
      <p:grpSpPr>
        <a:xfrm>
          <a:off x="0" y="0"/>
          <a:ext cx="0" cy="0"/>
          <a:chOff x="0" y="0"/>
          <a:chExt cx="0" cy="0"/>
        </a:xfrm>
      </p:grpSpPr>
      <p:sp>
        <p:nvSpPr>
          <p:cNvPr id="7" name="Smart Navy SemiTrans Overlay">
            <a:extLst>
              <a:ext uri="{FF2B5EF4-FFF2-40B4-BE49-F238E27FC236}">
                <a16:creationId xmlns:a16="http://schemas.microsoft.com/office/drawing/2014/main" id="{6E4F8208-B33A-86C1-C4BF-6C513A841DFB}"/>
              </a:ext>
            </a:extLst>
          </p:cNvPr>
          <p:cNvSpPr>
            <a:spLocks noGrp="1"/>
          </p:cNvSpPr>
          <p:nvPr>
            <p:ph type="body" sz="quarter" idx="16" hasCustomPrompt="1"/>
          </p:nvPr>
        </p:nvSpPr>
        <p:spPr bwMode="gray">
          <a:xfrm>
            <a:off x="0" y="0"/>
            <a:ext cx="12192000" cy="6857999"/>
          </a:xfrm>
          <a:prstGeom prst="rect">
            <a:avLst/>
          </a:prstGeom>
          <a:solidFill>
            <a:srgbClr val="050D24">
              <a:alpha val="57647"/>
            </a:srgbClr>
          </a:solidFill>
        </p:spPr>
        <p:txBody>
          <a:bodyPr/>
          <a:lstStyle>
            <a:lvl1pPr>
              <a:defRPr>
                <a:solidFill>
                  <a:schemeClr val="bg1"/>
                </a:solidFill>
              </a:defRPr>
            </a:lvl1pPr>
            <a:lvl2pPr marL="0" indent="0">
              <a:buNone/>
              <a:defRPr>
                <a:noFill/>
              </a:defRPr>
            </a:lvl2pPr>
            <a:lvl3pPr marL="216000" indent="0">
              <a:buFont typeface="Arial" panose="020B0604020202020204" pitchFamily="34" charset="0"/>
              <a:buNone/>
              <a:defRPr>
                <a:noFill/>
              </a:defRPr>
            </a:lvl3pPr>
            <a:lvl4pPr>
              <a:defRPr>
                <a:noFill/>
              </a:defRPr>
            </a:lvl4pPr>
            <a:lvl5pPr>
              <a:defRPr>
                <a:noFill/>
              </a:defRPr>
            </a:lvl5pPr>
          </a:lstStyle>
          <a:p>
            <a:pPr lvl="2"/>
            <a:r>
              <a:rPr lang="en-US"/>
              <a:t> </a:t>
            </a:r>
          </a:p>
        </p:txBody>
      </p:sp>
      <p:sp>
        <p:nvSpPr>
          <p:cNvPr id="11" name="Picture Placeholder 4">
            <a:extLst>
              <a:ext uri="{FF2B5EF4-FFF2-40B4-BE49-F238E27FC236}">
                <a16:creationId xmlns:a16="http://schemas.microsoft.com/office/drawing/2014/main" id="{DCE6D5FB-5128-84ED-8909-686C6A399387}"/>
              </a:ext>
            </a:extLst>
          </p:cNvPr>
          <p:cNvSpPr>
            <a:spLocks noGrp="1"/>
          </p:cNvSpPr>
          <p:nvPr>
            <p:ph type="pic" sz="quarter" idx="13" hasCustomPrompt="1"/>
          </p:nvPr>
        </p:nvSpPr>
        <p:spPr bwMode="gray">
          <a:xfrm>
            <a:off x="0" y="0"/>
            <a:ext cx="12192000" cy="6860241"/>
          </a:xfrm>
          <a:prstGeom prst="rect">
            <a:avLst/>
          </a:prstGeom>
          <a:noFill/>
        </p:spPr>
        <p:txBody>
          <a:bodyPr tIns="2743200" bIns="0" anchor="ctr"/>
          <a:lstStyle>
            <a:lvl1pPr marL="0" indent="0" algn="ctr">
              <a:buFontTx/>
              <a:buNone/>
              <a:defRPr sz="2400">
                <a:solidFill>
                  <a:srgbClr val="FF7A00"/>
                </a:solidFill>
                <a:latin typeface="+mn-lt"/>
              </a:defRPr>
            </a:lvl1pPr>
          </a:lstStyle>
          <a:p>
            <a:pPr marL="0" marR="0" lvl="0" indent="0" algn="ctr" defTabSz="914400" rtl="0" eaLnBrk="1" fontAlgn="auto" latinLnBrk="0" hangingPunct="1">
              <a:lnSpc>
                <a:spcPct val="100000"/>
              </a:lnSpc>
              <a:spcBef>
                <a:spcPts val="1000"/>
              </a:spcBef>
              <a:spcAft>
                <a:spcPts val="0"/>
              </a:spcAft>
              <a:buClrTx/>
              <a:buSzTx/>
              <a:buFontTx/>
              <a:buNone/>
              <a:tabLst/>
              <a:defRPr/>
            </a:pPr>
            <a:r>
              <a:rPr lang="en-US"/>
              <a:t>Click to add image. Then Reorder: Send to back</a:t>
            </a:r>
          </a:p>
        </p:txBody>
      </p:sp>
      <p:sp>
        <p:nvSpPr>
          <p:cNvPr id="10" name="NTT DATA Global Logo" descr="NTT DATA Global Logo">
            <a:extLst>
              <a:ext uri="{FF2B5EF4-FFF2-40B4-BE49-F238E27FC236}">
                <a16:creationId xmlns:a16="http://schemas.microsoft.com/office/drawing/2014/main" id="{188EBC45-4F1C-E0B0-9BB4-2942DDBDBEAF}"/>
              </a:ext>
            </a:extLst>
          </p:cNvPr>
          <p:cNvSpPr>
            <a:spLocks noGrp="1" noChangeAspect="1"/>
          </p:cNvSpPr>
          <p:nvPr>
            <p:ph type="body" sz="quarter" idx="17" hasCustomPrompt="1"/>
          </p:nvPr>
        </p:nvSpPr>
        <p:spPr bwMode="gray">
          <a:xfrm>
            <a:off x="3403200" y="2879266"/>
            <a:ext cx="5385600" cy="1099468"/>
          </a:xfrm>
          <a:prstGeom prst="rect">
            <a:avLst/>
          </a:prstGeom>
          <a:blipFill dpi="0" rotWithShape="1">
            <a:blip r:embed="rId2"/>
            <a:srcRect/>
            <a:stretch>
              <a:fillRect/>
            </a:stretch>
          </a:blipFill>
        </p:spPr>
        <p:txBody>
          <a:bodyPr wrap="none" lIns="0" tIns="0" rIns="0" bIns="0"/>
          <a:lstStyle>
            <a:lvl1pPr>
              <a:defRPr sz="200">
                <a:solidFill>
                  <a:schemeClr val="accent2"/>
                </a:solidFill>
              </a:defRPr>
            </a:lvl1pPr>
            <a:lvl2pPr>
              <a:defRPr>
                <a:noFill/>
              </a:defRPr>
            </a:lvl2pPr>
            <a:lvl3pPr>
              <a:defRPr>
                <a:noFill/>
              </a:defRPr>
            </a:lvl3pPr>
            <a:lvl4pPr>
              <a:defRPr>
                <a:noFill/>
              </a:defRPr>
            </a:lvl4pPr>
            <a:lvl5pPr>
              <a:defRPr>
                <a:noFill/>
              </a:defRPr>
            </a:lvl5pPr>
          </a:lstStyle>
          <a:p>
            <a:pPr lvl="0"/>
            <a:r>
              <a:rPr lang="en-US"/>
              <a:t> </a:t>
            </a:r>
          </a:p>
        </p:txBody>
      </p:sp>
    </p:spTree>
    <p:extLst>
      <p:ext uri="{BB962C8B-B14F-4D97-AF65-F5344CB8AC3E}">
        <p14:creationId xmlns:p14="http://schemas.microsoft.com/office/powerpoint/2010/main" val="30323057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2.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18" Type="http://schemas.openxmlformats.org/officeDocument/2006/relationships/slideLayout" Target="../slideLayouts/slideLayout44.xml"/><Relationship Id="rId26" Type="http://schemas.openxmlformats.org/officeDocument/2006/relationships/slideLayout" Target="../slideLayouts/slideLayout52.xml"/><Relationship Id="rId3" Type="http://schemas.openxmlformats.org/officeDocument/2006/relationships/slideLayout" Target="../slideLayouts/slideLayout29.xml"/><Relationship Id="rId21" Type="http://schemas.openxmlformats.org/officeDocument/2006/relationships/slideLayout" Target="../slideLayouts/slideLayout47.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17" Type="http://schemas.openxmlformats.org/officeDocument/2006/relationships/slideLayout" Target="../slideLayouts/slideLayout43.xml"/><Relationship Id="rId25" Type="http://schemas.openxmlformats.org/officeDocument/2006/relationships/slideLayout" Target="../slideLayouts/slideLayout51.xml"/><Relationship Id="rId2" Type="http://schemas.openxmlformats.org/officeDocument/2006/relationships/slideLayout" Target="../slideLayouts/slideLayout28.xml"/><Relationship Id="rId16" Type="http://schemas.openxmlformats.org/officeDocument/2006/relationships/slideLayout" Target="../slideLayouts/slideLayout42.xml"/><Relationship Id="rId20" Type="http://schemas.openxmlformats.org/officeDocument/2006/relationships/slideLayout" Target="../slideLayouts/slideLayout46.xml"/><Relationship Id="rId29" Type="http://schemas.openxmlformats.org/officeDocument/2006/relationships/image" Target="../media/image12.svg"/><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24" Type="http://schemas.openxmlformats.org/officeDocument/2006/relationships/slideLayout" Target="../slideLayouts/slideLayout50.xml"/><Relationship Id="rId5" Type="http://schemas.openxmlformats.org/officeDocument/2006/relationships/slideLayout" Target="../slideLayouts/slideLayout31.xml"/><Relationship Id="rId15" Type="http://schemas.openxmlformats.org/officeDocument/2006/relationships/slideLayout" Target="../slideLayouts/slideLayout41.xml"/><Relationship Id="rId23" Type="http://schemas.openxmlformats.org/officeDocument/2006/relationships/slideLayout" Target="../slideLayouts/slideLayout49.xml"/><Relationship Id="rId28" Type="http://schemas.openxmlformats.org/officeDocument/2006/relationships/image" Target="../media/image11.png"/><Relationship Id="rId10" Type="http://schemas.openxmlformats.org/officeDocument/2006/relationships/slideLayout" Target="../slideLayouts/slideLayout36.xml"/><Relationship Id="rId19" Type="http://schemas.openxmlformats.org/officeDocument/2006/relationships/slideLayout" Target="../slideLayouts/slideLayout45.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slideLayout" Target="../slideLayouts/slideLayout40.xml"/><Relationship Id="rId22" Type="http://schemas.openxmlformats.org/officeDocument/2006/relationships/slideLayout" Target="../slideLayouts/slideLayout48.xml"/><Relationship Id="rId2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74404F-43CD-40C8-B408-4B36050B4048}"/>
              </a:ext>
            </a:extLst>
          </p:cNvPr>
          <p:cNvSpPr>
            <a:spLocks noGrp="1"/>
          </p:cNvSpPr>
          <p:nvPr>
            <p:ph type="title"/>
          </p:nvPr>
        </p:nvSpPr>
        <p:spPr bwMode="gray">
          <a:xfrm>
            <a:off x="371475" y="333375"/>
            <a:ext cx="11449050" cy="792000"/>
          </a:xfrm>
          <a:prstGeom prst="rect">
            <a:avLst/>
          </a:prstGeom>
        </p:spPr>
        <p:txBody>
          <a:bodyPr vert="horz" lIns="0" tIns="0" rIns="0" bIns="0" rtlCol="0" anchor="t">
            <a:noAutofit/>
          </a:bodyPr>
          <a:lstStyle/>
          <a:p>
            <a:r>
              <a:rPr lang="en-US"/>
              <a:t>Click to edit Master title</a:t>
            </a:r>
          </a:p>
        </p:txBody>
      </p:sp>
      <p:sp>
        <p:nvSpPr>
          <p:cNvPr id="3" name="Text Placeholder 2">
            <a:extLst>
              <a:ext uri="{FF2B5EF4-FFF2-40B4-BE49-F238E27FC236}">
                <a16:creationId xmlns:a16="http://schemas.microsoft.com/office/drawing/2014/main" id="{C844632A-2918-4D07-821E-9CC4B7A378DA}"/>
              </a:ext>
            </a:extLst>
          </p:cNvPr>
          <p:cNvSpPr>
            <a:spLocks noGrp="1"/>
          </p:cNvSpPr>
          <p:nvPr>
            <p:ph type="body" idx="1"/>
          </p:nvPr>
        </p:nvSpPr>
        <p:spPr bwMode="gray">
          <a:xfrm>
            <a:off x="371475" y="1412875"/>
            <a:ext cx="11449050" cy="4824413"/>
          </a:xfrm>
          <a:prstGeom prst="rect">
            <a:avLst/>
          </a:prstGeom>
        </p:spPr>
        <p:txBody>
          <a:bodyPr vert="horz" lIns="0" tIns="0" rIns="0" bIns="0" rtlCol="0">
            <a:no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5" name="Footer Placeholder 4">
            <a:extLst>
              <a:ext uri="{FF2B5EF4-FFF2-40B4-BE49-F238E27FC236}">
                <a16:creationId xmlns:a16="http://schemas.microsoft.com/office/drawing/2014/main" id="{A37B7396-CF44-41A3-ABC7-B95299F0C012}"/>
              </a:ext>
            </a:extLst>
          </p:cNvPr>
          <p:cNvSpPr>
            <a:spLocks noGrp="1"/>
          </p:cNvSpPr>
          <p:nvPr>
            <p:ph type="ftr" sz="quarter" idx="3"/>
          </p:nvPr>
        </p:nvSpPr>
        <p:spPr bwMode="gray">
          <a:xfrm>
            <a:off x="371475" y="6546253"/>
            <a:ext cx="4852035" cy="123111"/>
          </a:xfrm>
          <a:prstGeom prst="rect">
            <a:avLst/>
          </a:prstGeom>
          <a:ln>
            <a:noFill/>
          </a:ln>
        </p:spPr>
        <p:txBody>
          <a:bodyPr vert="horz" lIns="0" tIns="0" rIns="0" bIns="0" rtlCol="0" anchor="ctr">
            <a:spAutoFit/>
          </a:bodyPr>
          <a:lstStyle>
            <a:lvl1pPr algn="l">
              <a:lnSpc>
                <a:spcPct val="100000"/>
              </a:lnSpc>
              <a:defRPr sz="800">
                <a:solidFill>
                  <a:schemeClr val="accent6"/>
                </a:solidFill>
              </a:defRPr>
            </a:lvl1pPr>
          </a:lstStyle>
          <a:p>
            <a:r>
              <a:rPr lang="en-US"/>
              <a:t>© 2023 NTT DATA Business Solutions</a:t>
            </a:r>
          </a:p>
        </p:txBody>
      </p:sp>
      <p:sp>
        <p:nvSpPr>
          <p:cNvPr id="6" name="Slide Number Placeholder 5">
            <a:extLst>
              <a:ext uri="{FF2B5EF4-FFF2-40B4-BE49-F238E27FC236}">
                <a16:creationId xmlns:a16="http://schemas.microsoft.com/office/drawing/2014/main" id="{BE603A65-CACD-4E1E-A1C2-FC8F9891C191}"/>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a:p>
        </p:txBody>
      </p:sp>
      <p:pic>
        <p:nvPicPr>
          <p:cNvPr id="7" name="Grafik 6" descr="NTT DATA Logo">
            <a:extLst>
              <a:ext uri="{FF2B5EF4-FFF2-40B4-BE49-F238E27FC236}">
                <a16:creationId xmlns:a16="http://schemas.microsoft.com/office/drawing/2014/main" id="{1DB40E02-E43E-21B5-7D2A-60B35F0977AE}"/>
              </a:ext>
            </a:extLst>
          </p:cNvPr>
          <p:cNvPicPr>
            <a:picLocks noGrp="1" noRot="1" noChangeAspect="1" noMove="1" noResize="1" noEditPoints="1" noAdjustHandles="1" noChangeArrowheads="1" noChangeShapeType="1" noCrop="1"/>
          </p:cNvPicPr>
          <p:nvPr userDrawn="1"/>
        </p:nvPicPr>
        <p:blipFill>
          <a:blip r:embed="rId28">
            <a:extLst>
              <a:ext uri="{96DAC541-7B7A-43D3-8B79-37D633B846F1}">
                <asvg:svgBlip xmlns:asvg="http://schemas.microsoft.com/office/drawing/2016/SVG/main" r:embed="rId29"/>
              </a:ext>
            </a:extLst>
          </a:blip>
          <a:stretch>
            <a:fillRect/>
          </a:stretch>
        </p:blipFill>
        <p:spPr bwMode="gray">
          <a:xfrm>
            <a:off x="10531554" y="6449745"/>
            <a:ext cx="1288971" cy="262800"/>
          </a:xfrm>
          <a:prstGeom prst="rect">
            <a:avLst/>
          </a:prstGeom>
        </p:spPr>
      </p:pic>
      <p:sp>
        <p:nvSpPr>
          <p:cNvPr id="8" name="TextBox 7">
            <a:extLst>
              <a:ext uri="{FF2B5EF4-FFF2-40B4-BE49-F238E27FC236}">
                <a16:creationId xmlns:a16="http://schemas.microsoft.com/office/drawing/2014/main" id="{66075C4D-3063-A87F-6BD5-79E615CBAC92}"/>
              </a:ext>
            </a:extLst>
          </p:cNvPr>
          <p:cNvSpPr txBox="1"/>
          <p:nvPr>
            <p:extLst>
              <p:ext uri="{1162E1C5-73C7-4A58-AE30-91384D911F3F}">
                <p184:classification xmlns:p184="http://schemas.microsoft.com/office/powerpoint/2018/4/main" val="hdr"/>
              </p:ext>
            </p:extLst>
          </p:nvPr>
        </p:nvSpPr>
        <p:spPr>
          <a:xfrm>
            <a:off x="5679250" y="63500"/>
            <a:ext cx="865187" cy="182880"/>
          </a:xfrm>
          <a:prstGeom prst="rect">
            <a:avLst/>
          </a:prstGeom>
        </p:spPr>
        <p:txBody>
          <a:bodyPr horzOverflow="overflow" lIns="0" tIns="0" rIns="0" bIns="0">
            <a:spAutoFit/>
          </a:bodyPr>
          <a:lstStyle/>
          <a:p>
            <a:pPr algn="l"/>
            <a:r>
              <a:rPr lang="en-US" sz="1200">
                <a:solidFill>
                  <a:srgbClr val="008000">
                    <a:alpha val="50000"/>
                  </a:srgbClr>
                </a:solidFill>
                <a:latin typeface="Aptos" panose="020B0004020202020204" pitchFamily="34" charset="0"/>
              </a:rPr>
              <a:t>RESTRICTED</a:t>
            </a:r>
          </a:p>
        </p:txBody>
      </p:sp>
    </p:spTree>
    <p:extLst>
      <p:ext uri="{BB962C8B-B14F-4D97-AF65-F5344CB8AC3E}">
        <p14:creationId xmlns:p14="http://schemas.microsoft.com/office/powerpoint/2010/main" val="2874697767"/>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75" r:id="rId4"/>
    <p:sldLayoutId id="2147483718" r:id="rId5"/>
    <p:sldLayoutId id="2147483737" r:id="rId6"/>
    <p:sldLayoutId id="2147483736" r:id="rId7"/>
    <p:sldLayoutId id="2147483687" r:id="rId8"/>
    <p:sldLayoutId id="2147483650" r:id="rId9"/>
    <p:sldLayoutId id="2147483698" r:id="rId10"/>
    <p:sldLayoutId id="2147483771" r:id="rId11"/>
    <p:sldLayoutId id="2147483731" r:id="rId12"/>
    <p:sldLayoutId id="2147483773" r:id="rId13"/>
    <p:sldLayoutId id="2147483774" r:id="rId14"/>
    <p:sldLayoutId id="2147483678" r:id="rId15"/>
    <p:sldLayoutId id="2147483732" r:id="rId16"/>
    <p:sldLayoutId id="2147483734" r:id="rId17"/>
    <p:sldLayoutId id="2147483765" r:id="rId18"/>
    <p:sldLayoutId id="2147483691" r:id="rId19"/>
    <p:sldLayoutId id="2147483735" r:id="rId20"/>
    <p:sldLayoutId id="2147483777" r:id="rId21"/>
    <p:sldLayoutId id="2147483778" r:id="rId22"/>
    <p:sldLayoutId id="2147483779" r:id="rId23"/>
    <p:sldLayoutId id="2147483780" r:id="rId24"/>
    <p:sldLayoutId id="2147483679" r:id="rId25"/>
    <p:sldLayoutId id="2147483729" r:id="rId26"/>
  </p:sldLayoutIdLst>
  <p:hf hdr="0"/>
  <p:txStyles>
    <p:titleStyle>
      <a:lvl1pPr algn="l" defTabSz="914400" rtl="0" eaLnBrk="1" latinLnBrk="0" hangingPunct="1">
        <a:lnSpc>
          <a:spcPct val="90000"/>
        </a:lnSpc>
        <a:spcBef>
          <a:spcPct val="0"/>
        </a:spcBef>
        <a:buNone/>
        <a:defRPr sz="2400" b="0" kern="1200">
          <a:solidFill>
            <a:schemeClr val="bg1"/>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lang="en-US" sz="1800" kern="1200" dirty="0">
          <a:solidFill>
            <a:schemeClr val="tx2"/>
          </a:solidFill>
          <a:latin typeface="+mn-lt"/>
          <a:ea typeface="+mn-ea"/>
          <a:cs typeface="+mn-cs"/>
        </a:defRPr>
      </a:lvl1pPr>
      <a:lvl2pPr marL="216000" indent="-216000" algn="l" defTabSz="914400" rtl="0" eaLnBrk="1" latinLnBrk="0" hangingPunct="1">
        <a:lnSpc>
          <a:spcPct val="100000"/>
        </a:lnSpc>
        <a:spcBef>
          <a:spcPts val="500"/>
        </a:spcBef>
        <a:buClr>
          <a:schemeClr val="tx2"/>
        </a:buClr>
        <a:buFont typeface="Arial" panose="020B0604020202020204" pitchFamily="34" charset="0"/>
        <a:buChar char="•"/>
        <a:defRPr lang="en-US" sz="1800" kern="1200" dirty="0">
          <a:solidFill>
            <a:schemeClr val="tx2"/>
          </a:solidFill>
          <a:latin typeface="+mn-lt"/>
          <a:ea typeface="+mn-ea"/>
          <a:cs typeface="+mn-cs"/>
        </a:defRPr>
      </a:lvl2pPr>
      <a:lvl3pPr marL="432000" indent="-216000" algn="l" defTabSz="914400" rtl="0" eaLnBrk="1" latinLnBrk="0" hangingPunct="1">
        <a:lnSpc>
          <a:spcPct val="100000"/>
        </a:lnSpc>
        <a:spcBef>
          <a:spcPts val="500"/>
        </a:spcBef>
        <a:buClr>
          <a:schemeClr val="tx2"/>
        </a:buClr>
        <a:buFont typeface="Arial" panose="020B0604020202020204" pitchFamily="34" charset="0"/>
        <a:buChar char="»"/>
        <a:defRPr lang="en-US" sz="1600" kern="1200" dirty="0">
          <a:solidFill>
            <a:schemeClr val="tx2"/>
          </a:solidFill>
          <a:latin typeface="+mn-lt"/>
          <a:ea typeface="+mn-ea"/>
          <a:cs typeface="+mn-cs"/>
        </a:defRPr>
      </a:lvl3pPr>
      <a:lvl4pPr marL="648000" indent="-216000" algn="l" defTabSz="914400" rtl="0" eaLnBrk="1" latinLnBrk="0" hangingPunct="1">
        <a:lnSpc>
          <a:spcPct val="100000"/>
        </a:lnSpc>
        <a:spcBef>
          <a:spcPts val="500"/>
        </a:spcBef>
        <a:buClr>
          <a:schemeClr val="tx2"/>
        </a:buClr>
        <a:buFont typeface="Arial" panose="020B0604020202020204" pitchFamily="34" charset="0"/>
        <a:buChar char="•"/>
        <a:defRPr lang="en-US" sz="1600" kern="1200" dirty="0">
          <a:solidFill>
            <a:schemeClr val="tx2"/>
          </a:solidFill>
          <a:latin typeface="+mn-lt"/>
          <a:ea typeface="+mn-ea"/>
          <a:cs typeface="+mn-cs"/>
        </a:defRPr>
      </a:lvl4pPr>
      <a:lvl5pPr marL="864000" indent="-216000" algn="l" defTabSz="914400" rtl="0" eaLnBrk="1" latinLnBrk="0" hangingPunct="1">
        <a:lnSpc>
          <a:spcPct val="100000"/>
        </a:lnSpc>
        <a:spcBef>
          <a:spcPts val="500"/>
        </a:spcBef>
        <a:buClr>
          <a:schemeClr val="tx2"/>
        </a:buClr>
        <a:buFont typeface="Arial" panose="020B0604020202020204" pitchFamily="34" charset="0"/>
        <a:buChar char="»"/>
        <a:defRPr lang="en-US" sz="1600" kern="1200" dirty="0">
          <a:solidFill>
            <a:schemeClr val="tx2"/>
          </a:solid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9pPr>
    </p:bodyStyle>
    <p:otherStyle>
      <a:defPPr>
        <a:defRPr lang="en-US"/>
      </a:defPPr>
      <a:lvl1pPr marL="0" indent="0" algn="l" defTabSz="914400" rtl="0" eaLnBrk="1" latinLnBrk="0" hangingPunct="1">
        <a:lnSpc>
          <a:spcPct val="110000"/>
        </a:lnSpc>
        <a:spcBef>
          <a:spcPts val="600"/>
        </a:spcBef>
        <a:buFontTx/>
        <a:buNone/>
        <a:defRPr sz="1800" kern="1200">
          <a:solidFill>
            <a:schemeClr val="tx2"/>
          </a:solidFill>
          <a:latin typeface="+mn-lt"/>
          <a:ea typeface="+mn-ea"/>
          <a:cs typeface="+mn-cs"/>
        </a:defRPr>
      </a:lvl1pPr>
      <a:lvl2pPr marL="0" indent="0" algn="l" defTabSz="914400" rtl="0" eaLnBrk="1" latinLnBrk="0" hangingPunct="1">
        <a:lnSpc>
          <a:spcPct val="110000"/>
        </a:lnSpc>
        <a:spcBef>
          <a:spcPts val="600"/>
        </a:spcBef>
        <a:buFontTx/>
        <a:buNone/>
        <a:defRPr sz="1400" kern="1200">
          <a:solidFill>
            <a:schemeClr val="tx2"/>
          </a:solidFill>
          <a:latin typeface="+mn-lt"/>
          <a:ea typeface="+mn-ea"/>
          <a:cs typeface="+mn-cs"/>
        </a:defRPr>
      </a:lvl2pPr>
      <a:lvl3pPr marL="216000" indent="-216000" algn="l" defTabSz="914400" rtl="0" eaLnBrk="1" latinLnBrk="0" hangingPunct="1">
        <a:lnSpc>
          <a:spcPct val="90000"/>
        </a:lnSpc>
        <a:spcBef>
          <a:spcPts val="600"/>
        </a:spcBef>
        <a:buClr>
          <a:schemeClr val="accent1"/>
        </a:buClr>
        <a:buFont typeface="Wingdings" panose="05000000000000000000" pitchFamily="2" charset="2"/>
        <a:buChar char="§"/>
        <a:defRPr sz="1400" kern="1200">
          <a:solidFill>
            <a:schemeClr val="tx2"/>
          </a:solidFill>
          <a:latin typeface="+mn-lt"/>
          <a:ea typeface="+mn-ea"/>
          <a:cs typeface="+mn-cs"/>
        </a:defRPr>
      </a:lvl3pPr>
      <a:lvl4pPr marL="432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4pPr>
      <a:lvl5pPr marL="648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9pPr>
    </p:otherStyle>
  </p:txStyles>
  <p:extLst>
    <p:ext uri="{27BBF7A9-308A-43DC-89C8-2F10F3537804}">
      <p15:sldGuideLst xmlns:p15="http://schemas.microsoft.com/office/powerpoint/2012/main">
        <p15:guide id="1" orient="horz" pos="210" userDrawn="1">
          <p15:clr>
            <a:srgbClr val="F26B43"/>
          </p15:clr>
        </p15:guide>
        <p15:guide id="3" orient="horz" pos="890" userDrawn="1">
          <p15:clr>
            <a:srgbClr val="F26B43"/>
          </p15:clr>
        </p15:guide>
        <p15:guide id="4" orient="horz" pos="3929" userDrawn="1">
          <p15:clr>
            <a:srgbClr val="F26B43"/>
          </p15:clr>
        </p15:guide>
        <p15:guide id="5" pos="234" userDrawn="1">
          <p15:clr>
            <a:srgbClr val="F26B43"/>
          </p15:clr>
        </p15:guide>
        <p15:guide id="6" pos="3840" userDrawn="1">
          <p15:clr>
            <a:srgbClr val="F26B43"/>
          </p15:clr>
        </p15:guide>
        <p15:guide id="8" pos="744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gray">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74404F-43CD-40C8-B408-4B36050B4048}"/>
              </a:ext>
            </a:extLst>
          </p:cNvPr>
          <p:cNvSpPr>
            <a:spLocks noGrp="1"/>
          </p:cNvSpPr>
          <p:nvPr>
            <p:ph type="title"/>
          </p:nvPr>
        </p:nvSpPr>
        <p:spPr bwMode="gray">
          <a:xfrm>
            <a:off x="371475" y="333375"/>
            <a:ext cx="11449050" cy="792000"/>
          </a:xfrm>
          <a:prstGeom prst="rect">
            <a:avLst/>
          </a:prstGeom>
        </p:spPr>
        <p:txBody>
          <a:bodyPr vert="horz" lIns="0" tIns="0" rIns="0" bIns="0" rtlCol="0" anchor="t">
            <a:noAutofit/>
          </a:bodyPr>
          <a:lstStyle/>
          <a:p>
            <a:r>
              <a:rPr lang="en-US"/>
              <a:t>Click to edit Master title</a:t>
            </a:r>
          </a:p>
        </p:txBody>
      </p:sp>
      <p:sp>
        <p:nvSpPr>
          <p:cNvPr id="5" name="Footer Placeholder 4">
            <a:extLst>
              <a:ext uri="{FF2B5EF4-FFF2-40B4-BE49-F238E27FC236}">
                <a16:creationId xmlns:a16="http://schemas.microsoft.com/office/drawing/2014/main" id="{A37B7396-CF44-41A3-ABC7-B95299F0C012}"/>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a:t>© 2023 NTT DATA Business Solutions</a:t>
            </a:r>
          </a:p>
        </p:txBody>
      </p:sp>
      <p:sp>
        <p:nvSpPr>
          <p:cNvPr id="6" name="Slide Number Placeholder 5">
            <a:extLst>
              <a:ext uri="{FF2B5EF4-FFF2-40B4-BE49-F238E27FC236}">
                <a16:creationId xmlns:a16="http://schemas.microsoft.com/office/drawing/2014/main" id="{BE603A65-CACD-4E1E-A1C2-FC8F9891C191}"/>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a:p>
        </p:txBody>
      </p:sp>
      <p:sp>
        <p:nvSpPr>
          <p:cNvPr id="11" name="Text Placeholder 2">
            <a:extLst>
              <a:ext uri="{FF2B5EF4-FFF2-40B4-BE49-F238E27FC236}">
                <a16:creationId xmlns:a16="http://schemas.microsoft.com/office/drawing/2014/main" id="{DB22E3CC-1B88-CF67-AD2F-D65E37E3716E}"/>
              </a:ext>
            </a:extLst>
          </p:cNvPr>
          <p:cNvSpPr>
            <a:spLocks noGrp="1"/>
          </p:cNvSpPr>
          <p:nvPr>
            <p:ph type="body" idx="1"/>
          </p:nvPr>
        </p:nvSpPr>
        <p:spPr bwMode="gray">
          <a:xfrm>
            <a:off x="371475" y="1412875"/>
            <a:ext cx="11449050" cy="4824413"/>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4" name="NTT DATA Global Logo">
            <a:extLst>
              <a:ext uri="{FF2B5EF4-FFF2-40B4-BE49-F238E27FC236}">
                <a16:creationId xmlns:a16="http://schemas.microsoft.com/office/drawing/2014/main" id="{D3B22713-AB91-EF03-7CF0-CCF486815A38}"/>
              </a:ext>
            </a:extLst>
          </p:cNvPr>
          <p:cNvPicPr>
            <a:picLocks noChangeAspect="1"/>
          </p:cNvPicPr>
          <p:nvPr userDrawn="1"/>
        </p:nvPicPr>
        <p:blipFill>
          <a:blip r:embed="rId28">
            <a:extLst>
              <a:ext uri="{96DAC541-7B7A-43D3-8B79-37D633B846F1}">
                <asvg:svgBlip xmlns:asvg="http://schemas.microsoft.com/office/drawing/2016/SVG/main" r:embed="rId29"/>
              </a:ext>
            </a:extLst>
          </a:blip>
          <a:stretch>
            <a:fillRect/>
          </a:stretch>
        </p:blipFill>
        <p:spPr bwMode="gray">
          <a:xfrm>
            <a:off x="10531554" y="6449745"/>
            <a:ext cx="1288971" cy="262800"/>
          </a:xfrm>
          <a:prstGeom prst="rect">
            <a:avLst/>
          </a:prstGeom>
        </p:spPr>
      </p:pic>
      <p:sp>
        <p:nvSpPr>
          <p:cNvPr id="4" name="TextBox 3">
            <a:extLst>
              <a:ext uri="{FF2B5EF4-FFF2-40B4-BE49-F238E27FC236}">
                <a16:creationId xmlns:a16="http://schemas.microsoft.com/office/drawing/2014/main" id="{27C8CC00-1286-71C7-6E32-6387C0103674}"/>
              </a:ext>
            </a:extLst>
          </p:cNvPr>
          <p:cNvSpPr txBox="1"/>
          <p:nvPr>
            <p:extLst>
              <p:ext uri="{1162E1C5-73C7-4A58-AE30-91384D911F3F}">
                <p184:classification xmlns:p184="http://schemas.microsoft.com/office/powerpoint/2018/4/main" val="hdr"/>
              </p:ext>
            </p:extLst>
          </p:nvPr>
        </p:nvSpPr>
        <p:spPr>
          <a:xfrm>
            <a:off x="5679250" y="63500"/>
            <a:ext cx="865187" cy="182880"/>
          </a:xfrm>
          <a:prstGeom prst="rect">
            <a:avLst/>
          </a:prstGeom>
        </p:spPr>
        <p:txBody>
          <a:bodyPr horzOverflow="overflow" lIns="0" tIns="0" rIns="0" bIns="0">
            <a:spAutoFit/>
          </a:bodyPr>
          <a:lstStyle/>
          <a:p>
            <a:pPr algn="l"/>
            <a:r>
              <a:rPr lang="en-US" sz="1200">
                <a:solidFill>
                  <a:srgbClr val="008000">
                    <a:alpha val="50000"/>
                  </a:srgbClr>
                </a:solidFill>
                <a:latin typeface="Aptos" panose="020B0004020202020204" pitchFamily="34" charset="0"/>
              </a:rPr>
              <a:t>RESTRICTED</a:t>
            </a:r>
          </a:p>
        </p:txBody>
      </p:sp>
    </p:spTree>
    <p:extLst>
      <p:ext uri="{BB962C8B-B14F-4D97-AF65-F5344CB8AC3E}">
        <p14:creationId xmlns:p14="http://schemas.microsoft.com/office/powerpoint/2010/main" val="4099640385"/>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67" r:id="rId3"/>
    <p:sldLayoutId id="2147483768" r:id="rId4"/>
    <p:sldLayoutId id="2147483746" r:id="rId5"/>
    <p:sldLayoutId id="2147483747" r:id="rId6"/>
    <p:sldLayoutId id="2147483748" r:id="rId7"/>
    <p:sldLayoutId id="2147483750" r:id="rId8"/>
    <p:sldLayoutId id="2147483751" r:id="rId9"/>
    <p:sldLayoutId id="2147483752" r:id="rId10"/>
    <p:sldLayoutId id="2147483770" r:id="rId11"/>
    <p:sldLayoutId id="2147483754" r:id="rId12"/>
    <p:sldLayoutId id="2147483769" r:id="rId13"/>
    <p:sldLayoutId id="2147483772" r:id="rId14"/>
    <p:sldLayoutId id="2147483755" r:id="rId15"/>
    <p:sldLayoutId id="2147483756" r:id="rId16"/>
    <p:sldLayoutId id="2147483757" r:id="rId17"/>
    <p:sldLayoutId id="2147483764" r:id="rId18"/>
    <p:sldLayoutId id="2147483758" r:id="rId19"/>
    <p:sldLayoutId id="2147483760" r:id="rId20"/>
    <p:sldLayoutId id="2147483781" r:id="rId21"/>
    <p:sldLayoutId id="2147483782" r:id="rId22"/>
    <p:sldLayoutId id="2147483783" r:id="rId23"/>
    <p:sldLayoutId id="2147483784" r:id="rId24"/>
    <p:sldLayoutId id="2147483761" r:id="rId25"/>
    <p:sldLayoutId id="2147483762" r:id="rId26"/>
  </p:sldLayoutIdLst>
  <p:hf hdr="0"/>
  <p:txStyles>
    <p:titleStyle>
      <a:lvl1pPr algn="l" defTabSz="914400" rtl="0" eaLnBrk="1" latinLnBrk="0" hangingPunct="1">
        <a:lnSpc>
          <a:spcPct val="90000"/>
        </a:lnSpc>
        <a:spcBef>
          <a:spcPct val="0"/>
        </a:spcBef>
        <a:buNone/>
        <a:defRPr sz="2400" b="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lang="en-US" sz="1800" kern="1200" dirty="0">
          <a:solidFill>
            <a:schemeClr val="tx1"/>
          </a:solidFill>
          <a:latin typeface="+mn-lt"/>
          <a:ea typeface="+mn-ea"/>
          <a:cs typeface="+mn-cs"/>
        </a:defRPr>
      </a:lvl1pPr>
      <a:lvl2pPr marL="285750" indent="-285750" algn="l" defTabSz="914400" rtl="0" eaLnBrk="1" latinLnBrk="0" hangingPunct="1">
        <a:lnSpc>
          <a:spcPct val="100000"/>
        </a:lnSpc>
        <a:spcBef>
          <a:spcPts val="500"/>
        </a:spcBef>
        <a:buClr>
          <a:schemeClr val="tx1"/>
        </a:buClr>
        <a:buFont typeface="Arial" panose="020B0604020202020204" pitchFamily="34" charset="0"/>
        <a:buChar char="•"/>
        <a:defRPr lang="en-US" sz="1800" kern="1200" dirty="0">
          <a:solidFill>
            <a:schemeClr val="tx1"/>
          </a:solidFill>
          <a:latin typeface="+mn-lt"/>
          <a:ea typeface="+mn-ea"/>
          <a:cs typeface="+mn-cs"/>
        </a:defRPr>
      </a:lvl2pPr>
      <a:lvl3pPr marL="536575" indent="-268288" algn="l" defTabSz="914400" rtl="0" eaLnBrk="1" latinLnBrk="0" hangingPunct="1">
        <a:lnSpc>
          <a:spcPct val="100000"/>
        </a:lnSpc>
        <a:spcBef>
          <a:spcPts val="500"/>
        </a:spcBef>
        <a:buClr>
          <a:schemeClr val="tx1"/>
        </a:buClr>
        <a:buFont typeface="Arial" panose="020B0604020202020204" pitchFamily="34" charset="0"/>
        <a:buChar char="»"/>
        <a:defRPr lang="en-US" sz="1600" kern="1200" dirty="0">
          <a:solidFill>
            <a:schemeClr val="tx1"/>
          </a:solidFill>
          <a:latin typeface="+mn-lt"/>
          <a:ea typeface="+mn-ea"/>
          <a:cs typeface="+mn-cs"/>
        </a:defRPr>
      </a:lvl3pPr>
      <a:lvl4pPr marL="804863" indent="-268288" algn="l" defTabSz="914400" rtl="0" eaLnBrk="1" latinLnBrk="0" hangingPunct="1">
        <a:lnSpc>
          <a:spcPct val="100000"/>
        </a:lnSpc>
        <a:spcBef>
          <a:spcPts val="500"/>
        </a:spcBef>
        <a:buClr>
          <a:schemeClr val="tx1"/>
        </a:buClr>
        <a:buFont typeface="Arial" panose="020B0604020202020204" pitchFamily="34" charset="0"/>
        <a:buChar char="•"/>
        <a:defRPr lang="en-US" sz="1600" kern="1200" dirty="0">
          <a:solidFill>
            <a:schemeClr val="tx1"/>
          </a:solidFill>
          <a:latin typeface="+mn-lt"/>
          <a:ea typeface="+mn-ea"/>
          <a:cs typeface="+mn-cs"/>
        </a:defRPr>
      </a:lvl4pPr>
      <a:lvl5pPr marL="1077913" indent="-273050" algn="l" defTabSz="914400" rtl="0" eaLnBrk="1" latinLnBrk="0" hangingPunct="1">
        <a:lnSpc>
          <a:spcPct val="100000"/>
        </a:lnSpc>
        <a:spcBef>
          <a:spcPts val="500"/>
        </a:spcBef>
        <a:buClr>
          <a:schemeClr val="tx1"/>
        </a:buClr>
        <a:buFont typeface="Arial" panose="020B0604020202020204" pitchFamily="34" charset="0"/>
        <a:buChar char="»"/>
        <a:defRPr lang="en-US" sz="1600" kern="1200" dirty="0">
          <a:solidFill>
            <a:schemeClr val="tx1"/>
          </a:solid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9pPr>
    </p:bodyStyle>
    <p:otherStyle>
      <a:defPPr>
        <a:defRPr lang="en-US"/>
      </a:defPPr>
      <a:lvl1pPr marL="0" indent="0" algn="l" defTabSz="914400" rtl="0" eaLnBrk="1" latinLnBrk="0" hangingPunct="1">
        <a:lnSpc>
          <a:spcPct val="110000"/>
        </a:lnSpc>
        <a:spcBef>
          <a:spcPts val="600"/>
        </a:spcBef>
        <a:buFontTx/>
        <a:buNone/>
        <a:defRPr sz="1800" kern="1200">
          <a:solidFill>
            <a:schemeClr val="tx2"/>
          </a:solidFill>
          <a:latin typeface="+mn-lt"/>
          <a:ea typeface="+mn-ea"/>
          <a:cs typeface="+mn-cs"/>
        </a:defRPr>
      </a:lvl1pPr>
      <a:lvl2pPr marL="0" indent="0" algn="l" defTabSz="914400" rtl="0" eaLnBrk="1" latinLnBrk="0" hangingPunct="1">
        <a:lnSpc>
          <a:spcPct val="110000"/>
        </a:lnSpc>
        <a:spcBef>
          <a:spcPts val="600"/>
        </a:spcBef>
        <a:buFontTx/>
        <a:buNone/>
        <a:defRPr sz="1400" kern="1200">
          <a:solidFill>
            <a:schemeClr val="tx2"/>
          </a:solidFill>
          <a:latin typeface="+mn-lt"/>
          <a:ea typeface="+mn-ea"/>
          <a:cs typeface="+mn-cs"/>
        </a:defRPr>
      </a:lvl2pPr>
      <a:lvl3pPr marL="216000" indent="-216000" algn="l" defTabSz="914400" rtl="0" eaLnBrk="1" latinLnBrk="0" hangingPunct="1">
        <a:lnSpc>
          <a:spcPct val="90000"/>
        </a:lnSpc>
        <a:spcBef>
          <a:spcPts val="600"/>
        </a:spcBef>
        <a:buClr>
          <a:schemeClr val="accent1"/>
        </a:buClr>
        <a:buFont typeface="Wingdings" panose="05000000000000000000" pitchFamily="2" charset="2"/>
        <a:buChar char="§"/>
        <a:defRPr sz="1400" kern="1200">
          <a:solidFill>
            <a:schemeClr val="tx2"/>
          </a:solidFill>
          <a:latin typeface="+mn-lt"/>
          <a:ea typeface="+mn-ea"/>
          <a:cs typeface="+mn-cs"/>
        </a:defRPr>
      </a:lvl3pPr>
      <a:lvl4pPr marL="432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4pPr>
      <a:lvl5pPr marL="648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9pPr>
    </p:otherStyle>
  </p:txStyles>
  <p:extLst>
    <p:ext uri="{27BBF7A9-308A-43DC-89C8-2F10F3537804}">
      <p15:sldGuideLst xmlns:p15="http://schemas.microsoft.com/office/powerpoint/2012/main">
        <p15:guide id="1" orient="horz" pos="210">
          <p15:clr>
            <a:srgbClr val="F26B43"/>
          </p15:clr>
        </p15:guide>
        <p15:guide id="3" orient="horz" pos="890">
          <p15:clr>
            <a:srgbClr val="F26B43"/>
          </p15:clr>
        </p15:guide>
        <p15:guide id="4" orient="horz" pos="3929" userDrawn="1">
          <p15:clr>
            <a:srgbClr val="F26B43"/>
          </p15:clr>
        </p15:guide>
        <p15:guide id="5" pos="234">
          <p15:clr>
            <a:srgbClr val="F26B43"/>
          </p15:clr>
        </p15:guide>
        <p15:guide id="6" pos="3840">
          <p15:clr>
            <a:srgbClr val="F26B43"/>
          </p15:clr>
        </p15:guide>
        <p15:guide id="8" pos="744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xml"/><Relationship Id="rId1" Type="http://schemas.openxmlformats.org/officeDocument/2006/relationships/slideLayout" Target="../slideLayouts/slideLayout2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8">
            <a:extLst>
              <a:ext uri="{FF2B5EF4-FFF2-40B4-BE49-F238E27FC236}">
                <a16:creationId xmlns:a16="http://schemas.microsoft.com/office/drawing/2014/main" id="{E1A97654-1066-992F-DCA7-D55EBF3BEE54}"/>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a:ext>
            </a:extLst>
          </a:blip>
          <a:srcRect t="13" b="13"/>
          <a:stretch/>
        </p:blipFill>
        <p:spPr bwMode="gray">
          <a:xfrm>
            <a:off x="0" y="0"/>
            <a:ext cx="12191999" cy="6860241"/>
          </a:xfrm>
        </p:spPr>
      </p:pic>
      <p:sp>
        <p:nvSpPr>
          <p:cNvPr id="14" name="Textplatzhalter 13">
            <a:extLst>
              <a:ext uri="{FF2B5EF4-FFF2-40B4-BE49-F238E27FC236}">
                <a16:creationId xmlns:a16="http://schemas.microsoft.com/office/drawing/2014/main" id="{9E19E4E0-A499-5501-D156-BE15DED01686}"/>
              </a:ext>
            </a:extLst>
          </p:cNvPr>
          <p:cNvSpPr>
            <a:spLocks noGrp="1" noChangeAspect="1"/>
          </p:cNvSpPr>
          <p:nvPr>
            <p:ph type="body" sz="quarter" idx="16"/>
          </p:nvPr>
        </p:nvSpPr>
        <p:spPr bwMode="gray">
          <a:xfrm>
            <a:off x="0" y="0"/>
            <a:ext cx="12192000" cy="6857999"/>
          </a:xfrm>
        </p:spPr>
        <p:txBody>
          <a:bodyPr/>
          <a:lstStyle/>
          <a:p>
            <a:r>
              <a:rPr lang="en-US"/>
              <a:t> </a:t>
            </a:r>
          </a:p>
        </p:txBody>
      </p:sp>
      <p:sp>
        <p:nvSpPr>
          <p:cNvPr id="145" name="Copyright">
            <a:extLst>
              <a:ext uri="{FF2B5EF4-FFF2-40B4-BE49-F238E27FC236}">
                <a16:creationId xmlns:a16="http://schemas.microsoft.com/office/drawing/2014/main" id="{8D2050B6-3884-65E4-4827-AFFA91FF1097}"/>
              </a:ext>
            </a:extLst>
          </p:cNvPr>
          <p:cNvSpPr>
            <a:spLocks noGrp="1" noChangeAspect="1"/>
          </p:cNvSpPr>
          <p:nvPr>
            <p:ph type="ftr" sz="quarter" idx="3"/>
          </p:nvPr>
        </p:nvSpPr>
        <p:spPr bwMode="gray">
          <a:xfrm>
            <a:off x="371475" y="6563358"/>
            <a:ext cx="4852035" cy="88901"/>
          </a:xfrm>
        </p:spPr>
        <p:txBody>
          <a:bodyPr/>
          <a:lstStyle/>
          <a:p>
            <a:r>
              <a:rPr lang="en-US"/>
              <a:t>© 2025 NTT DATA Business Solutions</a:t>
            </a:r>
          </a:p>
        </p:txBody>
      </p:sp>
      <p:sp>
        <p:nvSpPr>
          <p:cNvPr id="11" name="Innovation Curve">
            <a:extLst>
              <a:ext uri="{FF2B5EF4-FFF2-40B4-BE49-F238E27FC236}">
                <a16:creationId xmlns:a16="http://schemas.microsoft.com/office/drawing/2014/main" id="{E0C65A48-3B0B-6B43-AA25-9F7A753944BB}"/>
              </a:ext>
            </a:extLst>
          </p:cNvPr>
          <p:cNvSpPr>
            <a:spLocks noGrp="1" noChangeAspect="1"/>
          </p:cNvSpPr>
          <p:nvPr>
            <p:ph type="body" sz="quarter" idx="21"/>
          </p:nvPr>
        </p:nvSpPr>
        <p:spPr bwMode="gray">
          <a:xfrm>
            <a:off x="5365750" y="0"/>
            <a:ext cx="6835775" cy="6858000"/>
          </a:xfrm>
        </p:spPr>
        <p:txBody>
          <a:bodyPr/>
          <a:lstStyle/>
          <a:p>
            <a:r>
              <a:rPr lang="en-US"/>
              <a:t> </a:t>
            </a:r>
          </a:p>
        </p:txBody>
      </p:sp>
      <p:sp>
        <p:nvSpPr>
          <p:cNvPr id="31" name="Date">
            <a:extLst>
              <a:ext uri="{FF2B5EF4-FFF2-40B4-BE49-F238E27FC236}">
                <a16:creationId xmlns:a16="http://schemas.microsoft.com/office/drawing/2014/main" id="{CD53B7D7-6373-31BE-3F23-89F1BBDF3DC4}"/>
              </a:ext>
            </a:extLst>
          </p:cNvPr>
          <p:cNvSpPr>
            <a:spLocks noGrp="1" noChangeAspect="1"/>
          </p:cNvSpPr>
          <p:nvPr>
            <p:ph type="dt" sz="half" idx="2"/>
          </p:nvPr>
        </p:nvSpPr>
        <p:spPr bwMode="gray">
          <a:xfrm>
            <a:off x="10898505" y="6563358"/>
            <a:ext cx="922020" cy="88901"/>
          </a:xfrm>
        </p:spPr>
        <p:txBody>
          <a:bodyPr/>
          <a:lstStyle/>
          <a:p>
            <a:fld id="{4C3C9360-669D-4639-B837-1B4DB4E27667}" type="datetime1">
              <a:rPr lang="en-US" smtClean="0"/>
              <a:t>3/12/2026</a:t>
            </a:fld>
            <a:endParaRPr lang="en-US"/>
          </a:p>
        </p:txBody>
      </p:sp>
      <p:sp>
        <p:nvSpPr>
          <p:cNvPr id="37" name="Title">
            <a:extLst>
              <a:ext uri="{FF2B5EF4-FFF2-40B4-BE49-F238E27FC236}">
                <a16:creationId xmlns:a16="http://schemas.microsoft.com/office/drawing/2014/main" id="{AC1994AA-CB19-824C-CBCD-5A58B9CE6D14}"/>
              </a:ext>
            </a:extLst>
          </p:cNvPr>
          <p:cNvSpPr>
            <a:spLocks noGrp="1" noChangeAspect="1"/>
          </p:cNvSpPr>
          <p:nvPr>
            <p:ph type="ctrTitle"/>
          </p:nvPr>
        </p:nvSpPr>
        <p:spPr bwMode="gray">
          <a:xfrm>
            <a:off x="380048" y="2438400"/>
            <a:ext cx="4793932" cy="1371600"/>
          </a:xfrm>
        </p:spPr>
        <p:txBody>
          <a:bodyPr/>
          <a:lstStyle/>
          <a:p>
            <a:r>
              <a:rPr lang="en-US" dirty="0"/>
              <a:t>AI Navigator</a:t>
            </a:r>
          </a:p>
        </p:txBody>
      </p:sp>
      <p:sp>
        <p:nvSpPr>
          <p:cNvPr id="8" name="Text Placeholder 7">
            <a:extLst>
              <a:ext uri="{FF2B5EF4-FFF2-40B4-BE49-F238E27FC236}">
                <a16:creationId xmlns:a16="http://schemas.microsoft.com/office/drawing/2014/main" id="{6E5AFBE1-DDB8-D774-F237-6FE14DCB0B83}"/>
              </a:ext>
            </a:extLst>
          </p:cNvPr>
          <p:cNvSpPr>
            <a:spLocks noGrp="1" noChangeAspect="1"/>
          </p:cNvSpPr>
          <p:nvPr>
            <p:ph type="body" sz="quarter" idx="15"/>
          </p:nvPr>
        </p:nvSpPr>
        <p:spPr bwMode="gray">
          <a:xfrm>
            <a:off x="371475" y="320040"/>
            <a:ext cx="1959724" cy="400077"/>
          </a:xfrm>
        </p:spPr>
        <p:txBody>
          <a:bodyPr/>
          <a:lstStyle/>
          <a:p>
            <a:r>
              <a:rPr lang="en-US"/>
              <a:t> </a:t>
            </a:r>
          </a:p>
        </p:txBody>
      </p:sp>
    </p:spTree>
    <p:extLst>
      <p:ext uri="{BB962C8B-B14F-4D97-AF65-F5344CB8AC3E}">
        <p14:creationId xmlns:p14="http://schemas.microsoft.com/office/powerpoint/2010/main" val="23587662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B9BB1-7219-D9FC-484D-5C5C99A729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8B8FCE-DDC5-DF45-EF3E-D175F2F13717}"/>
              </a:ext>
            </a:extLst>
          </p:cNvPr>
          <p:cNvSpPr>
            <a:spLocks noGrp="1"/>
          </p:cNvSpPr>
          <p:nvPr>
            <p:ph type="title"/>
          </p:nvPr>
        </p:nvSpPr>
        <p:spPr/>
        <p:txBody>
          <a:bodyPr/>
          <a:lstStyle/>
          <a:p>
            <a:r>
              <a:rPr lang="en-US" sz="3200"/>
              <a:t>Introduction/ Stakeholders</a:t>
            </a:r>
          </a:p>
          <a:p>
            <a:endParaRPr lang="en-US"/>
          </a:p>
        </p:txBody>
      </p:sp>
      <p:sp>
        <p:nvSpPr>
          <p:cNvPr id="3" name="Footer Placeholder 2">
            <a:extLst>
              <a:ext uri="{FF2B5EF4-FFF2-40B4-BE49-F238E27FC236}">
                <a16:creationId xmlns:a16="http://schemas.microsoft.com/office/drawing/2014/main" id="{1B236038-38F7-52A4-94D6-209AA4688B1F}"/>
              </a:ext>
            </a:extLst>
          </p:cNvPr>
          <p:cNvSpPr>
            <a:spLocks noGrp="1"/>
          </p:cNvSpPr>
          <p:nvPr>
            <p:ph type="ftr" sz="quarter" idx="3"/>
          </p:nvPr>
        </p:nvSpPr>
        <p:spPr/>
        <p:txBody>
          <a:bodyPr/>
          <a:lstStyle/>
          <a:p>
            <a:r>
              <a:rPr lang="en-US"/>
              <a:t>© 2023 NTT DATA Business Solutions</a:t>
            </a:r>
          </a:p>
        </p:txBody>
      </p:sp>
      <p:sp>
        <p:nvSpPr>
          <p:cNvPr id="4" name="Slide Number Placeholder 3">
            <a:extLst>
              <a:ext uri="{FF2B5EF4-FFF2-40B4-BE49-F238E27FC236}">
                <a16:creationId xmlns:a16="http://schemas.microsoft.com/office/drawing/2014/main" id="{8EFE6A5E-61F6-12DB-657A-A3DD8D814F41}"/>
              </a:ext>
            </a:extLst>
          </p:cNvPr>
          <p:cNvSpPr>
            <a:spLocks noGrp="1"/>
          </p:cNvSpPr>
          <p:nvPr>
            <p:ph type="sldNum" sz="quarter" idx="4"/>
          </p:nvPr>
        </p:nvSpPr>
        <p:spPr/>
        <p:txBody>
          <a:bodyPr/>
          <a:lstStyle/>
          <a:p>
            <a:fld id="{13CE6DAF-806F-404B-BC68-339BFCB57E5C}" type="slidenum">
              <a:rPr lang="en-US" smtClean="0"/>
              <a:pPr/>
              <a:t>2</a:t>
            </a:fld>
            <a:endParaRPr lang="en-US"/>
          </a:p>
        </p:txBody>
      </p:sp>
      <p:graphicFrame>
        <p:nvGraphicFramePr>
          <p:cNvPr id="5" name="Table 4">
            <a:extLst>
              <a:ext uri="{FF2B5EF4-FFF2-40B4-BE49-F238E27FC236}">
                <a16:creationId xmlns:a16="http://schemas.microsoft.com/office/drawing/2014/main" id="{8B481503-DBD2-6073-2360-071FD9867848}"/>
              </a:ext>
            </a:extLst>
          </p:cNvPr>
          <p:cNvGraphicFramePr>
            <a:graphicFrameLocks noGrp="1"/>
          </p:cNvGraphicFramePr>
          <p:nvPr>
            <p:extLst>
              <p:ext uri="{D42A27DB-BD31-4B8C-83A1-F6EECF244321}">
                <p14:modId xmlns:p14="http://schemas.microsoft.com/office/powerpoint/2010/main" val="2769580469"/>
              </p:ext>
            </p:extLst>
          </p:nvPr>
        </p:nvGraphicFramePr>
        <p:xfrm>
          <a:off x="900112" y="1123267"/>
          <a:ext cx="10391775" cy="5517025"/>
        </p:xfrm>
        <a:graphic>
          <a:graphicData uri="http://schemas.openxmlformats.org/drawingml/2006/table">
            <a:tbl>
              <a:tblPr/>
              <a:tblGrid>
                <a:gridCol w="3048000">
                  <a:extLst>
                    <a:ext uri="{9D8B030D-6E8A-4147-A177-3AD203B41FA5}">
                      <a16:colId xmlns:a16="http://schemas.microsoft.com/office/drawing/2014/main" val="1925928065"/>
                    </a:ext>
                  </a:extLst>
                </a:gridCol>
                <a:gridCol w="7343775">
                  <a:extLst>
                    <a:ext uri="{9D8B030D-6E8A-4147-A177-3AD203B41FA5}">
                      <a16:colId xmlns:a16="http://schemas.microsoft.com/office/drawing/2014/main" val="1026892559"/>
                    </a:ext>
                  </a:extLst>
                </a:gridCol>
              </a:tblGrid>
              <a:tr h="400050">
                <a:tc>
                  <a:txBody>
                    <a:bodyPr/>
                    <a:lstStyle/>
                    <a:p>
                      <a:pPr algn="l" fontAlgn="base">
                        <a:lnSpc>
                          <a:spcPts val="1950"/>
                        </a:lnSpc>
                        <a:buNone/>
                      </a:pPr>
                      <a:r>
                        <a:rPr lang="en-US" sz="1600" b="1" i="0">
                          <a:solidFill>
                            <a:srgbClr val="070F26"/>
                          </a:solidFill>
                          <a:effectLst/>
                          <a:latin typeface="Arial"/>
                        </a:rPr>
                        <a:t>Details​</a:t>
                      </a:r>
                      <a:endParaRPr lang="en-US" b="1" i="0">
                        <a:solidFill>
                          <a:srgbClr val="070F26"/>
                        </a:solidFill>
                        <a:effectLst/>
                        <a:latin typeface="Arial"/>
                      </a:endParaRPr>
                    </a:p>
                  </a:txBody>
                  <a:tcPr anchor="ctr">
                    <a:lnL w="9525" cap="flat" cmpd="sng" algn="ctr">
                      <a:solidFill>
                        <a:srgbClr val="070F26"/>
                      </a:solidFill>
                      <a:prstDash val="solid"/>
                      <a:round/>
                      <a:headEnd type="none" w="med" len="med"/>
                      <a:tailEnd type="none" w="med" len="med"/>
                    </a:lnL>
                    <a:lnR w="9525" cap="flat" cmpd="sng" algn="ctr">
                      <a:solidFill>
                        <a:srgbClr val="070F26"/>
                      </a:solidFill>
                      <a:prstDash val="solid"/>
                      <a:round/>
                      <a:headEnd type="none" w="med" len="med"/>
                      <a:tailEnd type="none" w="med" len="med"/>
                    </a:lnR>
                    <a:lnT w="9525" cap="flat" cmpd="sng" algn="ctr">
                      <a:solidFill>
                        <a:srgbClr val="070F26"/>
                      </a:solidFill>
                      <a:prstDash val="solid"/>
                      <a:round/>
                      <a:headEnd type="none" w="med" len="med"/>
                      <a:tailEnd type="none" w="med" len="med"/>
                    </a:lnT>
                    <a:lnB w="26432" cap="flat" cmpd="sng" algn="ctr">
                      <a:solidFill>
                        <a:srgbClr val="070F26"/>
                      </a:solidFill>
                      <a:prstDash val="solid"/>
                      <a:round/>
                      <a:headEnd type="none" w="med" len="med"/>
                      <a:tailEnd type="none" w="med" len="med"/>
                    </a:lnB>
                    <a:solidFill>
                      <a:srgbClr val="19A3FC"/>
                    </a:solidFill>
                  </a:tcPr>
                </a:tc>
                <a:tc>
                  <a:txBody>
                    <a:bodyPr/>
                    <a:lstStyle/>
                    <a:p>
                      <a:pPr algn="l" fontAlgn="base">
                        <a:lnSpc>
                          <a:spcPts val="1950"/>
                        </a:lnSpc>
                        <a:buNone/>
                      </a:pPr>
                      <a:r>
                        <a:rPr lang="en-US" sz="1600" b="1" i="0">
                          <a:solidFill>
                            <a:srgbClr val="070F26"/>
                          </a:solidFill>
                          <a:effectLst/>
                          <a:latin typeface="Arial"/>
                        </a:rPr>
                        <a:t>Information​</a:t>
                      </a:r>
                      <a:endParaRPr lang="en-US" b="1" i="0">
                        <a:solidFill>
                          <a:srgbClr val="070F26"/>
                        </a:solidFill>
                        <a:effectLst/>
                        <a:latin typeface="Arial"/>
                      </a:endParaRPr>
                    </a:p>
                  </a:txBody>
                  <a:tcPr anchor="ctr">
                    <a:lnL w="9525" cap="flat" cmpd="sng" algn="ctr">
                      <a:solidFill>
                        <a:srgbClr val="070F26"/>
                      </a:solidFill>
                      <a:prstDash val="solid"/>
                      <a:round/>
                      <a:headEnd type="none" w="med" len="med"/>
                      <a:tailEnd type="none" w="med" len="med"/>
                    </a:lnL>
                    <a:lnR w="9525" cap="flat" cmpd="sng" algn="ctr">
                      <a:solidFill>
                        <a:srgbClr val="070F26"/>
                      </a:solidFill>
                      <a:prstDash val="solid"/>
                      <a:round/>
                      <a:headEnd type="none" w="med" len="med"/>
                      <a:tailEnd type="none" w="med" len="med"/>
                    </a:lnR>
                    <a:lnT w="9525" cap="flat" cmpd="sng" algn="ctr">
                      <a:solidFill>
                        <a:srgbClr val="070F26"/>
                      </a:solidFill>
                      <a:prstDash val="solid"/>
                      <a:round/>
                      <a:headEnd type="none" w="med" len="med"/>
                      <a:tailEnd type="none" w="med" len="med"/>
                    </a:lnT>
                    <a:lnB w="26432" cap="flat" cmpd="sng" algn="ctr">
                      <a:solidFill>
                        <a:srgbClr val="070F26"/>
                      </a:solidFill>
                      <a:prstDash val="solid"/>
                      <a:round/>
                      <a:headEnd type="none" w="med" len="med"/>
                      <a:tailEnd type="none" w="med" len="med"/>
                    </a:lnB>
                    <a:solidFill>
                      <a:srgbClr val="19A3FC"/>
                    </a:solidFill>
                  </a:tcPr>
                </a:tc>
                <a:extLst>
                  <a:ext uri="{0D108BD9-81ED-4DB2-BD59-A6C34878D82A}">
                    <a16:rowId xmlns:a16="http://schemas.microsoft.com/office/drawing/2014/main" val="2585731828"/>
                  </a:ext>
                </a:extLst>
              </a:tr>
              <a:tr h="400050">
                <a:tc>
                  <a:txBody>
                    <a:bodyPr/>
                    <a:lstStyle/>
                    <a:p>
                      <a:pPr algn="l" fontAlgn="base">
                        <a:lnSpc>
                          <a:spcPts val="1950"/>
                        </a:lnSpc>
                        <a:buNone/>
                      </a:pPr>
                      <a:r>
                        <a:rPr lang="en-US" sz="1600" b="0" i="0">
                          <a:solidFill>
                            <a:srgbClr val="070F26"/>
                          </a:solidFill>
                          <a:effectLst/>
                          <a:latin typeface="Arial"/>
                        </a:rPr>
                        <a:t>Project Name</a:t>
                      </a:r>
                      <a:r>
                        <a:rPr lang="en-US" sz="1600" b="0" i="0">
                          <a:solidFill>
                            <a:srgbClr val="FFFFFF"/>
                          </a:solidFill>
                          <a:effectLst/>
                          <a:latin typeface="Arial"/>
                        </a:rPr>
                        <a:t>​</a:t>
                      </a:r>
                      <a:endParaRPr lang="en-US" b="0" i="0">
                        <a:solidFill>
                          <a:srgbClr val="FFFFFF"/>
                        </a:solidFill>
                        <a:effectLst/>
                        <a:latin typeface="Arial"/>
                      </a:endParaRPr>
                    </a:p>
                  </a:txBody>
                  <a:tcPr anchor="ctr">
                    <a:lnL w="9525" cap="flat" cmpd="sng" algn="ctr">
                      <a:solidFill>
                        <a:srgbClr val="070F26"/>
                      </a:solidFill>
                      <a:prstDash val="solid"/>
                      <a:round/>
                      <a:headEnd type="none" w="med" len="med"/>
                      <a:tailEnd type="none" w="med" len="med"/>
                    </a:lnL>
                    <a:lnR w="9525" cap="flat" cmpd="sng" algn="ctr">
                      <a:solidFill>
                        <a:srgbClr val="070F26"/>
                      </a:solidFill>
                      <a:prstDash val="solid"/>
                      <a:round/>
                      <a:headEnd type="none" w="med" len="med"/>
                      <a:tailEnd type="none" w="med" len="med"/>
                    </a:lnR>
                    <a:lnT w="26432" cap="flat" cmpd="sng" algn="ctr">
                      <a:solidFill>
                        <a:srgbClr val="070F26"/>
                      </a:solidFill>
                      <a:prstDash val="solid"/>
                      <a:round/>
                      <a:headEnd type="none" w="med" len="med"/>
                      <a:tailEnd type="none" w="med" len="med"/>
                    </a:lnT>
                    <a:lnB w="9525" cap="flat" cmpd="sng" algn="ctr">
                      <a:solidFill>
                        <a:srgbClr val="070F26"/>
                      </a:solidFill>
                      <a:prstDash val="solid"/>
                      <a:round/>
                      <a:headEnd type="none" w="med" len="med"/>
                      <a:tailEnd type="none" w="med" len="med"/>
                    </a:lnB>
                    <a:solidFill>
                      <a:srgbClr val="CCE0FE"/>
                    </a:solidFill>
                  </a:tcPr>
                </a:tc>
                <a:tc>
                  <a:txBody>
                    <a:bodyPr/>
                    <a:lstStyle/>
                    <a:p>
                      <a:pPr lvl="0">
                        <a:spcAft>
                          <a:spcPts val="600"/>
                        </a:spcAft>
                        <a:buNone/>
                      </a:pPr>
                      <a:r>
                        <a:rPr lang="en-US" sz="1600" dirty="0">
                          <a:solidFill>
                            <a:schemeClr val="bg1"/>
                          </a:solidFill>
                          <a:effectLst/>
                        </a:rPr>
                        <a:t>AI Navigator</a:t>
                      </a:r>
                    </a:p>
                  </a:txBody>
                  <a:tcPr anchor="ctr">
                    <a:lnL w="9525" cap="flat" cmpd="sng" algn="ctr">
                      <a:solidFill>
                        <a:srgbClr val="070F26"/>
                      </a:solidFill>
                      <a:prstDash val="solid"/>
                      <a:round/>
                      <a:headEnd type="none" w="med" len="med"/>
                      <a:tailEnd type="none" w="med" len="med"/>
                    </a:lnL>
                    <a:lnR w="9525" cap="flat" cmpd="sng" algn="ctr">
                      <a:solidFill>
                        <a:srgbClr val="070F26"/>
                      </a:solidFill>
                      <a:prstDash val="solid"/>
                      <a:round/>
                      <a:headEnd type="none" w="med" len="med"/>
                      <a:tailEnd type="none" w="med" len="med"/>
                    </a:lnR>
                    <a:lnT w="26432" cap="flat" cmpd="sng" algn="ctr">
                      <a:solidFill>
                        <a:srgbClr val="070F26"/>
                      </a:solidFill>
                      <a:prstDash val="solid"/>
                      <a:round/>
                      <a:headEnd type="none" w="med" len="med"/>
                      <a:tailEnd type="none" w="med" len="med"/>
                    </a:lnT>
                    <a:lnB w="9525" cap="flat" cmpd="sng" algn="ctr">
                      <a:solidFill>
                        <a:srgbClr val="070F26"/>
                      </a:solidFill>
                      <a:prstDash val="solid"/>
                      <a:round/>
                      <a:headEnd type="none" w="med" len="med"/>
                      <a:tailEnd type="none" w="med" len="med"/>
                    </a:lnB>
                    <a:solidFill>
                      <a:srgbClr val="CCE0FE"/>
                    </a:solidFill>
                  </a:tcPr>
                </a:tc>
                <a:extLst>
                  <a:ext uri="{0D108BD9-81ED-4DB2-BD59-A6C34878D82A}">
                    <a16:rowId xmlns:a16="http://schemas.microsoft.com/office/drawing/2014/main" val="1151521929"/>
                  </a:ext>
                </a:extLst>
              </a:tr>
              <a:tr h="638175">
                <a:tc>
                  <a:txBody>
                    <a:bodyPr/>
                    <a:lstStyle/>
                    <a:p>
                      <a:pPr algn="l" fontAlgn="base">
                        <a:lnSpc>
                          <a:spcPts val="1950"/>
                        </a:lnSpc>
                        <a:buNone/>
                      </a:pPr>
                      <a:r>
                        <a:rPr lang="en-US" sz="1600" b="0" i="0">
                          <a:solidFill>
                            <a:srgbClr val="070F26"/>
                          </a:solidFill>
                          <a:effectLst/>
                          <a:latin typeface="Arial"/>
                        </a:rPr>
                        <a:t>Objective</a:t>
                      </a:r>
                      <a:r>
                        <a:rPr lang="en-US" sz="1600" b="0" i="0">
                          <a:solidFill>
                            <a:srgbClr val="FFFFFF"/>
                          </a:solidFill>
                          <a:effectLst/>
                          <a:latin typeface="Arial"/>
                        </a:rPr>
                        <a:t>​</a:t>
                      </a:r>
                      <a:endParaRPr lang="en-US" b="0" i="0">
                        <a:solidFill>
                          <a:srgbClr val="FFFFFF"/>
                        </a:solidFill>
                        <a:effectLst/>
                        <a:latin typeface="Arial"/>
                      </a:endParaRPr>
                    </a:p>
                  </a:txBody>
                  <a:tcPr anchor="ctr">
                    <a:lnL w="9525" cap="flat" cmpd="sng" algn="ctr">
                      <a:solidFill>
                        <a:srgbClr val="070F26"/>
                      </a:solidFill>
                      <a:prstDash val="solid"/>
                      <a:round/>
                      <a:headEnd type="none" w="med" len="med"/>
                      <a:tailEnd type="none" w="med" len="med"/>
                    </a:lnL>
                    <a:lnR w="9525" cap="flat" cmpd="sng" algn="ctr">
                      <a:solidFill>
                        <a:srgbClr val="070F26"/>
                      </a:solidFill>
                      <a:prstDash val="solid"/>
                      <a:round/>
                      <a:headEnd type="none" w="med" len="med"/>
                      <a:tailEnd type="none" w="med" len="med"/>
                    </a:lnR>
                    <a:lnT w="9525" cap="flat" cmpd="sng" algn="ctr">
                      <a:solidFill>
                        <a:srgbClr val="070F26"/>
                      </a:solidFill>
                      <a:prstDash val="solid"/>
                      <a:round/>
                      <a:headEnd type="none" w="med" len="med"/>
                      <a:tailEnd type="none" w="med" len="med"/>
                    </a:lnT>
                    <a:lnB w="9525" cap="flat" cmpd="sng" algn="ctr">
                      <a:solidFill>
                        <a:srgbClr val="070F26"/>
                      </a:solidFill>
                      <a:prstDash val="solid"/>
                      <a:round/>
                      <a:headEnd type="none" w="med" len="med"/>
                      <a:tailEnd type="none" w="med" len="med"/>
                    </a:lnB>
                    <a:solidFill>
                      <a:srgbClr val="E7F0FE"/>
                    </a:solidFill>
                  </a:tcPr>
                </a:tc>
                <a:tc>
                  <a:txBody>
                    <a:bodyPr/>
                    <a:lstStyle/>
                    <a:p>
                      <a:pPr>
                        <a:spcAft>
                          <a:spcPts val="600"/>
                        </a:spcAft>
                      </a:pPr>
                      <a:r>
                        <a:rPr lang="en-US" sz="1600" dirty="0">
                          <a:solidFill>
                            <a:schemeClr val="bg1"/>
                          </a:solidFill>
                        </a:rPr>
                        <a:t>The </a:t>
                      </a:r>
                      <a:r>
                        <a:rPr lang="en-US" sz="1600" b="1" dirty="0">
                          <a:solidFill>
                            <a:schemeClr val="bg1"/>
                          </a:solidFill>
                        </a:rPr>
                        <a:t>AI Navigator</a:t>
                      </a:r>
                      <a:r>
                        <a:rPr lang="en-US" sz="1600" dirty="0">
                          <a:solidFill>
                            <a:schemeClr val="bg1"/>
                          </a:solidFill>
                        </a:rPr>
                        <a:t> project is to enable employees to use approved enterprise AI tools safely, effectively, and consistently. It provides guided tool recommendations, structured prompt generation, and policy alignment to ensure responsible and compliant AI usage.</a:t>
                      </a:r>
                      <a:endParaRPr lang="en-US" sz="1600" dirty="0">
                        <a:solidFill>
                          <a:schemeClr val="bg1"/>
                        </a:solidFill>
                        <a:effectLst/>
                        <a:latin typeface="+mn-lt"/>
                        <a:ea typeface="Times New Roman" panose="02020603050405020304" pitchFamily="18" charset="0"/>
                        <a:cs typeface="Times New Roman"/>
                      </a:endParaRPr>
                    </a:p>
                  </a:txBody>
                  <a:tcPr anchor="ctr">
                    <a:lnL w="9525" cap="flat" cmpd="sng" algn="ctr">
                      <a:solidFill>
                        <a:srgbClr val="070F26"/>
                      </a:solidFill>
                      <a:prstDash val="solid"/>
                      <a:round/>
                      <a:headEnd type="none" w="med" len="med"/>
                      <a:tailEnd type="none" w="med" len="med"/>
                    </a:lnL>
                    <a:lnR w="9525" cap="flat" cmpd="sng" algn="ctr">
                      <a:solidFill>
                        <a:srgbClr val="070F26"/>
                      </a:solidFill>
                      <a:prstDash val="solid"/>
                      <a:round/>
                      <a:headEnd type="none" w="med" len="med"/>
                      <a:tailEnd type="none" w="med" len="med"/>
                    </a:lnR>
                    <a:lnT w="9525" cap="flat" cmpd="sng" algn="ctr">
                      <a:solidFill>
                        <a:srgbClr val="070F26"/>
                      </a:solidFill>
                      <a:prstDash val="solid"/>
                      <a:round/>
                      <a:headEnd type="none" w="med" len="med"/>
                      <a:tailEnd type="none" w="med" len="med"/>
                    </a:lnT>
                    <a:lnB w="9525" cap="flat" cmpd="sng" algn="ctr">
                      <a:solidFill>
                        <a:srgbClr val="070F26"/>
                      </a:solidFill>
                      <a:prstDash val="solid"/>
                      <a:round/>
                      <a:headEnd type="none" w="med" len="med"/>
                      <a:tailEnd type="none" w="med" len="med"/>
                    </a:lnB>
                    <a:solidFill>
                      <a:srgbClr val="E7F0FE"/>
                    </a:solidFill>
                  </a:tcPr>
                </a:tc>
                <a:extLst>
                  <a:ext uri="{0D108BD9-81ED-4DB2-BD59-A6C34878D82A}">
                    <a16:rowId xmlns:a16="http://schemas.microsoft.com/office/drawing/2014/main" val="1006304046"/>
                  </a:ext>
                </a:extLst>
              </a:tr>
              <a:tr h="489857">
                <a:tc>
                  <a:txBody>
                    <a:bodyPr/>
                    <a:lstStyle/>
                    <a:p>
                      <a:pPr lvl="0" algn="l">
                        <a:lnSpc>
                          <a:spcPts val="1950"/>
                        </a:lnSpc>
                        <a:buNone/>
                      </a:pPr>
                      <a:r>
                        <a:rPr lang="en-IN" sz="1600" b="0" i="0">
                          <a:solidFill>
                            <a:srgbClr val="070F26"/>
                          </a:solidFill>
                          <a:effectLst/>
                          <a:latin typeface="Arial"/>
                        </a:rPr>
                        <a:t>Sponsor</a:t>
                      </a:r>
                      <a:r>
                        <a:rPr lang="en-IN" sz="1600" b="0" i="0">
                          <a:solidFill>
                            <a:srgbClr val="FFFFFF"/>
                          </a:solidFill>
                          <a:effectLst/>
                          <a:latin typeface="Arial"/>
                        </a:rPr>
                        <a:t>​</a:t>
                      </a:r>
                      <a:endParaRPr lang="en-IN" b="0" i="0">
                        <a:solidFill>
                          <a:srgbClr val="FFFFFF"/>
                        </a:solidFill>
                        <a:effectLst/>
                        <a:latin typeface="Arial"/>
                      </a:endParaRPr>
                    </a:p>
                  </a:txBody>
                  <a:tcPr anchor="ctr">
                    <a:lnL w="9524">
                      <a:solidFill>
                        <a:srgbClr val="070F26"/>
                      </a:solidFill>
                    </a:lnL>
                    <a:lnR w="9524">
                      <a:solidFill>
                        <a:srgbClr val="070F26"/>
                      </a:solidFill>
                    </a:lnR>
                    <a:lnT w="9525" cap="flat" cmpd="sng" algn="ctr">
                      <a:solidFill>
                        <a:srgbClr val="070F26"/>
                      </a:solidFill>
                      <a:prstDash val="solid"/>
                      <a:round/>
                      <a:headEnd type="none" w="med" len="med"/>
                      <a:tailEnd type="none" w="med" len="med"/>
                    </a:lnT>
                    <a:lnB w="9524">
                      <a:solidFill>
                        <a:srgbClr val="070F26"/>
                      </a:solidFill>
                    </a:lnB>
                    <a:solidFill>
                      <a:srgbClr val="E7F0FE"/>
                    </a:solidFill>
                  </a:tcPr>
                </a:tc>
                <a:tc>
                  <a:txBody>
                    <a:bodyPr/>
                    <a:lstStyle/>
                    <a:p>
                      <a:pPr lvl="0" algn="l">
                        <a:lnSpc>
                          <a:spcPts val="2100"/>
                        </a:lnSpc>
                        <a:buNone/>
                      </a:pPr>
                      <a:r>
                        <a:rPr lang="en-IN" sz="1600" b="0" i="0">
                          <a:solidFill>
                            <a:srgbClr val="070F26"/>
                          </a:solidFill>
                          <a:effectLst/>
                          <a:latin typeface="Arial"/>
                        </a:rPr>
                        <a:t>Jardin, Philippe</a:t>
                      </a:r>
                      <a:r>
                        <a:rPr lang="en-IN" sz="1600" b="0" i="0">
                          <a:solidFill>
                            <a:srgbClr val="FFFFFF"/>
                          </a:solidFill>
                          <a:effectLst/>
                          <a:latin typeface="Arial"/>
                        </a:rPr>
                        <a:t>​</a:t>
                      </a:r>
                      <a:endParaRPr lang="en-IN" b="0" i="0">
                        <a:solidFill>
                          <a:srgbClr val="FFFFFF"/>
                        </a:solidFill>
                        <a:effectLst/>
                        <a:latin typeface="Arial"/>
                      </a:endParaRPr>
                    </a:p>
                  </a:txBody>
                  <a:tcPr anchor="ctr">
                    <a:lnL w="9524">
                      <a:solidFill>
                        <a:srgbClr val="070F26"/>
                      </a:solidFill>
                    </a:lnL>
                    <a:lnR w="9524">
                      <a:solidFill>
                        <a:srgbClr val="070F26"/>
                      </a:solidFill>
                    </a:lnR>
                    <a:lnT w="9525" cap="flat" cmpd="sng" algn="ctr">
                      <a:solidFill>
                        <a:srgbClr val="070F26"/>
                      </a:solidFill>
                      <a:prstDash val="solid"/>
                      <a:round/>
                      <a:headEnd type="none" w="med" len="med"/>
                      <a:tailEnd type="none" w="med" len="med"/>
                    </a:lnT>
                    <a:lnB w="9524">
                      <a:solidFill>
                        <a:srgbClr val="070F26"/>
                      </a:solidFill>
                    </a:lnB>
                    <a:solidFill>
                      <a:srgbClr val="E7F0FE"/>
                    </a:solidFill>
                  </a:tcPr>
                </a:tc>
                <a:extLst>
                  <a:ext uri="{0D108BD9-81ED-4DB2-BD59-A6C34878D82A}">
                    <a16:rowId xmlns:a16="http://schemas.microsoft.com/office/drawing/2014/main" val="3562237197"/>
                  </a:ext>
                </a:extLst>
              </a:tr>
              <a:tr h="476250">
                <a:tc>
                  <a:txBody>
                    <a:bodyPr/>
                    <a:lstStyle/>
                    <a:p>
                      <a:pPr algn="l" fontAlgn="base">
                        <a:lnSpc>
                          <a:spcPts val="1950"/>
                        </a:lnSpc>
                        <a:buNone/>
                      </a:pPr>
                      <a:r>
                        <a:rPr lang="en-US" sz="1600" b="0" i="0">
                          <a:solidFill>
                            <a:srgbClr val="070F26"/>
                          </a:solidFill>
                          <a:effectLst/>
                          <a:latin typeface="Arial"/>
                        </a:rPr>
                        <a:t>Owner</a:t>
                      </a:r>
                      <a:r>
                        <a:rPr lang="en-US" sz="1600" b="0" i="0">
                          <a:solidFill>
                            <a:srgbClr val="FFFFFF"/>
                          </a:solidFill>
                          <a:effectLst/>
                          <a:latin typeface="Arial"/>
                        </a:rPr>
                        <a:t>​</a:t>
                      </a:r>
                      <a:endParaRPr lang="en-US" b="0" i="0">
                        <a:solidFill>
                          <a:srgbClr val="FFFFFF"/>
                        </a:solidFill>
                        <a:effectLst/>
                        <a:latin typeface="Arial"/>
                      </a:endParaRPr>
                    </a:p>
                  </a:txBody>
                  <a:tcPr anchor="ctr">
                    <a:lnL w="9525" cap="flat" cmpd="sng" algn="ctr">
                      <a:solidFill>
                        <a:srgbClr val="070F26"/>
                      </a:solidFill>
                      <a:prstDash val="solid"/>
                      <a:round/>
                      <a:headEnd type="none" w="med" len="med"/>
                      <a:tailEnd type="none" w="med" len="med"/>
                    </a:lnL>
                    <a:lnR w="9525" cap="flat" cmpd="sng" algn="ctr">
                      <a:solidFill>
                        <a:srgbClr val="070F26"/>
                      </a:solidFill>
                      <a:prstDash val="solid"/>
                      <a:round/>
                      <a:headEnd type="none" w="med" len="med"/>
                      <a:tailEnd type="none" w="med" len="med"/>
                    </a:lnR>
                    <a:lnT w="9524" cap="flat" cmpd="sng" algn="ctr">
                      <a:solidFill>
                        <a:srgbClr val="070F26"/>
                      </a:solidFill>
                      <a:prstDash val="solid"/>
                      <a:round/>
                      <a:headEnd type="none" w="med" len="med"/>
                      <a:tailEnd type="none" w="med" len="med"/>
                    </a:lnT>
                    <a:lnB w="9525" cap="flat" cmpd="sng" algn="ctr">
                      <a:solidFill>
                        <a:srgbClr val="070F26"/>
                      </a:solidFill>
                      <a:prstDash val="solid"/>
                      <a:round/>
                      <a:headEnd type="none" w="med" len="med"/>
                      <a:tailEnd type="none" w="med" len="med"/>
                    </a:lnB>
                    <a:solidFill>
                      <a:srgbClr val="CCE0FE"/>
                    </a:solidFill>
                  </a:tcPr>
                </a:tc>
                <a:tc>
                  <a:txBody>
                    <a:bodyPr/>
                    <a:lstStyle/>
                    <a:p>
                      <a:pPr algn="l" fontAlgn="base">
                        <a:lnSpc>
                          <a:spcPts val="1950"/>
                        </a:lnSpc>
                        <a:buNone/>
                      </a:pPr>
                      <a:r>
                        <a:rPr lang="en-US" sz="1600" b="0" i="0" u="none" strike="noStrike" dirty="0">
                          <a:solidFill>
                            <a:srgbClr val="070F26"/>
                          </a:solidFill>
                          <a:effectLst/>
                          <a:latin typeface="Arial"/>
                        </a:rPr>
                        <a:t>Ashok Pottapalli</a:t>
                      </a:r>
                      <a:endParaRPr lang="en-US" b="0" i="0" dirty="0">
                        <a:solidFill>
                          <a:srgbClr val="FFFFFF"/>
                        </a:solidFill>
                        <a:effectLst/>
                      </a:endParaRPr>
                    </a:p>
                  </a:txBody>
                  <a:tcPr anchor="ctr">
                    <a:lnL w="9525" cap="flat" cmpd="sng" algn="ctr">
                      <a:solidFill>
                        <a:srgbClr val="070F26"/>
                      </a:solidFill>
                      <a:prstDash val="solid"/>
                      <a:round/>
                      <a:headEnd type="none" w="med" len="med"/>
                      <a:tailEnd type="none" w="med" len="med"/>
                    </a:lnL>
                    <a:lnR w="9525" cap="flat" cmpd="sng" algn="ctr">
                      <a:solidFill>
                        <a:srgbClr val="070F26"/>
                      </a:solidFill>
                      <a:prstDash val="solid"/>
                      <a:round/>
                      <a:headEnd type="none" w="med" len="med"/>
                      <a:tailEnd type="none" w="med" len="med"/>
                    </a:lnR>
                    <a:lnT w="9524" cap="flat" cmpd="sng" algn="ctr">
                      <a:solidFill>
                        <a:srgbClr val="070F26"/>
                      </a:solidFill>
                      <a:prstDash val="solid"/>
                      <a:round/>
                      <a:headEnd type="none" w="med" len="med"/>
                      <a:tailEnd type="none" w="med" len="med"/>
                    </a:lnT>
                    <a:lnB w="9525" cap="flat" cmpd="sng" algn="ctr">
                      <a:solidFill>
                        <a:srgbClr val="070F26"/>
                      </a:solidFill>
                      <a:prstDash val="solid"/>
                      <a:round/>
                      <a:headEnd type="none" w="med" len="med"/>
                      <a:tailEnd type="none" w="med" len="med"/>
                    </a:lnB>
                    <a:solidFill>
                      <a:srgbClr val="CCE0FE"/>
                    </a:solidFill>
                  </a:tcPr>
                </a:tc>
                <a:extLst>
                  <a:ext uri="{0D108BD9-81ED-4DB2-BD59-A6C34878D82A}">
                    <a16:rowId xmlns:a16="http://schemas.microsoft.com/office/drawing/2014/main" val="4121859675"/>
                  </a:ext>
                </a:extLst>
              </a:tr>
              <a:tr h="400050">
                <a:tc>
                  <a:txBody>
                    <a:bodyPr/>
                    <a:lstStyle/>
                    <a:p>
                      <a:pPr lvl="0" algn="l">
                        <a:lnSpc>
                          <a:spcPts val="1950"/>
                        </a:lnSpc>
                        <a:buNone/>
                      </a:pPr>
                      <a:r>
                        <a:rPr lang="en-IN" sz="1600" b="0" i="0">
                          <a:solidFill>
                            <a:schemeClr val="bg1"/>
                          </a:solidFill>
                          <a:effectLst/>
                          <a:latin typeface="Arial"/>
                        </a:rPr>
                        <a:t>Project Manager</a:t>
                      </a:r>
                    </a:p>
                  </a:txBody>
                  <a:tcPr anchor="ctr">
                    <a:lnL w="9524">
                      <a:solidFill>
                        <a:srgbClr val="070F26"/>
                      </a:solidFill>
                    </a:lnL>
                    <a:lnR w="9524">
                      <a:solidFill>
                        <a:srgbClr val="070F26"/>
                      </a:solidFill>
                    </a:lnR>
                    <a:lnT w="9525" cap="flat" cmpd="sng" algn="ctr">
                      <a:solidFill>
                        <a:srgbClr val="070F26"/>
                      </a:solidFill>
                      <a:prstDash val="solid"/>
                      <a:round/>
                      <a:headEnd type="none" w="med" len="med"/>
                      <a:tailEnd type="none" w="med" len="med"/>
                    </a:lnT>
                    <a:lnB w="9524">
                      <a:solidFill>
                        <a:srgbClr val="070F26"/>
                      </a:solidFill>
                    </a:lnB>
                    <a:solidFill>
                      <a:srgbClr val="E7F0FE"/>
                    </a:solidFill>
                  </a:tcPr>
                </a:tc>
                <a:tc>
                  <a:txBody>
                    <a:bodyPr/>
                    <a:lstStyle/>
                    <a:p>
                      <a:pPr lvl="0" algn="l">
                        <a:lnSpc>
                          <a:spcPts val="2100"/>
                        </a:lnSpc>
                        <a:buNone/>
                      </a:pPr>
                      <a:r>
                        <a:rPr lang="en-IN" sz="1600" b="0" i="0" dirty="0">
                          <a:solidFill>
                            <a:schemeClr val="bg1"/>
                          </a:solidFill>
                          <a:effectLst/>
                          <a:latin typeface="Arial"/>
                        </a:rPr>
                        <a:t>Ravi Prasad </a:t>
                      </a:r>
                      <a:r>
                        <a:rPr lang="en-IN" sz="1600" b="0" i="0" dirty="0" err="1">
                          <a:solidFill>
                            <a:schemeClr val="bg1"/>
                          </a:solidFill>
                          <a:effectLst/>
                          <a:latin typeface="Arial"/>
                        </a:rPr>
                        <a:t>Karnatakapu</a:t>
                      </a:r>
                      <a:endParaRPr lang="en-IN" sz="1600" b="0" i="0" dirty="0">
                        <a:solidFill>
                          <a:schemeClr val="bg1"/>
                        </a:solidFill>
                        <a:effectLst/>
                        <a:latin typeface="Arial"/>
                      </a:endParaRPr>
                    </a:p>
                  </a:txBody>
                  <a:tcPr anchor="ctr">
                    <a:lnL w="9524">
                      <a:solidFill>
                        <a:srgbClr val="070F26"/>
                      </a:solidFill>
                    </a:lnL>
                    <a:lnR w="9524">
                      <a:solidFill>
                        <a:srgbClr val="070F26"/>
                      </a:solidFill>
                    </a:lnR>
                    <a:lnT w="9525" cap="flat" cmpd="sng" algn="ctr">
                      <a:solidFill>
                        <a:srgbClr val="070F26"/>
                      </a:solidFill>
                      <a:prstDash val="solid"/>
                      <a:round/>
                      <a:headEnd type="none" w="med" len="med"/>
                      <a:tailEnd type="none" w="med" len="med"/>
                    </a:lnT>
                    <a:lnB w="9524">
                      <a:solidFill>
                        <a:srgbClr val="070F26"/>
                      </a:solidFill>
                    </a:lnB>
                    <a:solidFill>
                      <a:srgbClr val="E7F0FE"/>
                    </a:solidFill>
                  </a:tcPr>
                </a:tc>
                <a:extLst>
                  <a:ext uri="{0D108BD9-81ED-4DB2-BD59-A6C34878D82A}">
                    <a16:rowId xmlns:a16="http://schemas.microsoft.com/office/drawing/2014/main" val="3309024363"/>
                  </a:ext>
                </a:extLst>
              </a:tr>
              <a:tr h="400050">
                <a:tc>
                  <a:txBody>
                    <a:bodyPr/>
                    <a:lstStyle/>
                    <a:p>
                      <a:pPr algn="l" fontAlgn="base">
                        <a:lnSpc>
                          <a:spcPts val="1950"/>
                        </a:lnSpc>
                        <a:buNone/>
                      </a:pPr>
                      <a:r>
                        <a:rPr lang="en-IN" sz="1600" b="0" i="0">
                          <a:solidFill>
                            <a:srgbClr val="070F26"/>
                          </a:solidFill>
                          <a:effectLst/>
                          <a:latin typeface="Arial"/>
                        </a:rPr>
                        <a:t>Stakeholders</a:t>
                      </a:r>
                      <a:r>
                        <a:rPr lang="en-IN" sz="1600" b="0" i="0">
                          <a:solidFill>
                            <a:srgbClr val="FFFFFF"/>
                          </a:solidFill>
                          <a:effectLst/>
                          <a:latin typeface="Arial"/>
                        </a:rPr>
                        <a:t>​</a:t>
                      </a:r>
                      <a:endParaRPr lang="en-IN" b="0" i="0">
                        <a:solidFill>
                          <a:srgbClr val="FFFFFF"/>
                        </a:solidFill>
                        <a:effectLst/>
                        <a:latin typeface="Arial"/>
                      </a:endParaRPr>
                    </a:p>
                  </a:txBody>
                  <a:tcPr anchor="ctr">
                    <a:lnL w="9525" cap="flat" cmpd="sng" algn="ctr">
                      <a:solidFill>
                        <a:srgbClr val="070F26"/>
                      </a:solidFill>
                      <a:prstDash val="solid"/>
                      <a:round/>
                      <a:headEnd type="none" w="med" len="med"/>
                      <a:tailEnd type="none" w="med" len="med"/>
                    </a:lnL>
                    <a:lnR w="9525" cap="flat" cmpd="sng" algn="ctr">
                      <a:solidFill>
                        <a:srgbClr val="070F26"/>
                      </a:solidFill>
                      <a:prstDash val="solid"/>
                      <a:round/>
                      <a:headEnd type="none" w="med" len="med"/>
                      <a:tailEnd type="none" w="med" len="med"/>
                    </a:lnR>
                    <a:lnT w="9524" cap="flat" cmpd="sng" algn="ctr">
                      <a:solidFill>
                        <a:srgbClr val="070F26"/>
                      </a:solidFill>
                      <a:prstDash val="solid"/>
                      <a:round/>
                      <a:headEnd type="none" w="med" len="med"/>
                      <a:tailEnd type="none" w="med" len="med"/>
                    </a:lnT>
                    <a:lnB w="9525" cap="flat" cmpd="sng" algn="ctr">
                      <a:solidFill>
                        <a:srgbClr val="070F26"/>
                      </a:solidFill>
                      <a:prstDash val="solid"/>
                      <a:round/>
                      <a:headEnd type="none" w="med" len="med"/>
                      <a:tailEnd type="none" w="med" len="med"/>
                    </a:lnB>
                    <a:solidFill>
                      <a:srgbClr val="CCE0FE"/>
                    </a:solidFill>
                  </a:tcPr>
                </a:tc>
                <a:tc>
                  <a:txBody>
                    <a:bodyPr/>
                    <a:lstStyle/>
                    <a:p>
                      <a:r>
                        <a:rPr lang="en-US" sz="1600" kern="1200" dirty="0">
                          <a:solidFill>
                            <a:schemeClr val="bg1"/>
                          </a:solidFill>
                          <a:latin typeface="+mn-lt"/>
                          <a:ea typeface="+mn-ea"/>
                          <a:cs typeface="+mn-cs"/>
                        </a:rPr>
                        <a:t>All NTT DATA Business Solutions employees. This includes consultants, delivery teams, sales teams, internal operations staff, and leadership.</a:t>
                      </a:r>
                    </a:p>
                  </a:txBody>
                  <a:tcPr anchor="ctr">
                    <a:lnL w="9525" cap="flat" cmpd="sng" algn="ctr">
                      <a:solidFill>
                        <a:srgbClr val="070F26"/>
                      </a:solidFill>
                      <a:prstDash val="solid"/>
                      <a:round/>
                      <a:headEnd type="none" w="med" len="med"/>
                      <a:tailEnd type="none" w="med" len="med"/>
                    </a:lnL>
                    <a:lnR w="9525" cap="flat" cmpd="sng" algn="ctr">
                      <a:solidFill>
                        <a:srgbClr val="070F26"/>
                      </a:solidFill>
                      <a:prstDash val="solid"/>
                      <a:round/>
                      <a:headEnd type="none" w="med" len="med"/>
                      <a:tailEnd type="none" w="med" len="med"/>
                    </a:lnR>
                    <a:lnT w="9524" cap="flat" cmpd="sng" algn="ctr">
                      <a:solidFill>
                        <a:srgbClr val="070F26"/>
                      </a:solidFill>
                      <a:prstDash val="solid"/>
                      <a:round/>
                      <a:headEnd type="none" w="med" len="med"/>
                      <a:tailEnd type="none" w="med" len="med"/>
                    </a:lnT>
                    <a:lnB w="9525" cap="flat" cmpd="sng" algn="ctr">
                      <a:solidFill>
                        <a:srgbClr val="070F26"/>
                      </a:solidFill>
                      <a:prstDash val="solid"/>
                      <a:round/>
                      <a:headEnd type="none" w="med" len="med"/>
                      <a:tailEnd type="none" w="med" len="med"/>
                    </a:lnB>
                    <a:solidFill>
                      <a:srgbClr val="CCE0FE"/>
                    </a:solidFill>
                  </a:tcPr>
                </a:tc>
                <a:extLst>
                  <a:ext uri="{0D108BD9-81ED-4DB2-BD59-A6C34878D82A}">
                    <a16:rowId xmlns:a16="http://schemas.microsoft.com/office/drawing/2014/main" val="2682728089"/>
                  </a:ext>
                </a:extLst>
              </a:tr>
              <a:tr h="400050">
                <a:tc>
                  <a:txBody>
                    <a:bodyPr/>
                    <a:lstStyle/>
                    <a:p>
                      <a:pPr algn="l" fontAlgn="base">
                        <a:lnSpc>
                          <a:spcPts val="1950"/>
                        </a:lnSpc>
                        <a:buNone/>
                      </a:pPr>
                      <a:r>
                        <a:rPr lang="en-IN" sz="1600" b="0" i="0">
                          <a:solidFill>
                            <a:srgbClr val="070F26"/>
                          </a:solidFill>
                          <a:effectLst/>
                          <a:latin typeface="Arial"/>
                        </a:rPr>
                        <a:t>Related WRICEFs</a:t>
                      </a:r>
                      <a:r>
                        <a:rPr lang="en-IN" sz="1600" b="0" i="0">
                          <a:solidFill>
                            <a:srgbClr val="FFFFFF"/>
                          </a:solidFill>
                          <a:effectLst/>
                          <a:latin typeface="Arial"/>
                        </a:rPr>
                        <a:t>​</a:t>
                      </a:r>
                      <a:endParaRPr lang="en-IN" b="0" i="0">
                        <a:solidFill>
                          <a:srgbClr val="FFFFFF"/>
                        </a:solidFill>
                        <a:effectLst/>
                        <a:latin typeface="Arial"/>
                      </a:endParaRPr>
                    </a:p>
                  </a:txBody>
                  <a:tcPr anchor="ctr">
                    <a:lnL w="9525" cap="flat" cmpd="sng" algn="ctr">
                      <a:solidFill>
                        <a:srgbClr val="070F26"/>
                      </a:solidFill>
                      <a:prstDash val="solid"/>
                      <a:round/>
                      <a:headEnd type="none" w="med" len="med"/>
                      <a:tailEnd type="none" w="med" len="med"/>
                    </a:lnL>
                    <a:lnR w="9525" cap="flat" cmpd="sng" algn="ctr">
                      <a:solidFill>
                        <a:srgbClr val="070F26"/>
                      </a:solidFill>
                      <a:prstDash val="solid"/>
                      <a:round/>
                      <a:headEnd type="none" w="med" len="med"/>
                      <a:tailEnd type="none" w="med" len="med"/>
                    </a:lnR>
                    <a:lnT w="9525" cap="flat" cmpd="sng" algn="ctr">
                      <a:solidFill>
                        <a:srgbClr val="070F26"/>
                      </a:solidFill>
                      <a:prstDash val="solid"/>
                      <a:round/>
                      <a:headEnd type="none" w="med" len="med"/>
                      <a:tailEnd type="none" w="med" len="med"/>
                    </a:lnT>
                    <a:lnB w="9525" cap="flat" cmpd="sng" algn="ctr">
                      <a:solidFill>
                        <a:srgbClr val="070F26"/>
                      </a:solidFill>
                      <a:prstDash val="solid"/>
                      <a:round/>
                      <a:headEnd type="none" w="med" len="med"/>
                      <a:tailEnd type="none" w="med" len="med"/>
                    </a:lnB>
                    <a:solidFill>
                      <a:srgbClr val="E7F0FE"/>
                    </a:solidFill>
                  </a:tcPr>
                </a:tc>
                <a:tc>
                  <a:txBody>
                    <a:bodyPr/>
                    <a:lstStyle/>
                    <a:p>
                      <a:pPr algn="l" fontAlgn="auto">
                        <a:lnSpc>
                          <a:spcPts val="2100"/>
                        </a:lnSpc>
                        <a:buNone/>
                      </a:pPr>
                      <a:endParaRPr lang="en-IN" sz="1600" b="0" i="0" dirty="0">
                        <a:solidFill>
                          <a:srgbClr val="070F26"/>
                        </a:solidFill>
                        <a:effectLst/>
                        <a:latin typeface="Arial"/>
                      </a:endParaRPr>
                    </a:p>
                  </a:txBody>
                  <a:tcPr anchor="ctr">
                    <a:lnL w="9525" cap="flat" cmpd="sng" algn="ctr">
                      <a:solidFill>
                        <a:srgbClr val="070F26"/>
                      </a:solidFill>
                      <a:prstDash val="solid"/>
                      <a:round/>
                      <a:headEnd type="none" w="med" len="med"/>
                      <a:tailEnd type="none" w="med" len="med"/>
                    </a:lnL>
                    <a:lnR w="9525" cap="flat" cmpd="sng" algn="ctr">
                      <a:solidFill>
                        <a:srgbClr val="070F26"/>
                      </a:solidFill>
                      <a:prstDash val="solid"/>
                      <a:round/>
                      <a:headEnd type="none" w="med" len="med"/>
                      <a:tailEnd type="none" w="med" len="med"/>
                    </a:lnR>
                    <a:lnT w="9525" cap="flat" cmpd="sng" algn="ctr">
                      <a:solidFill>
                        <a:srgbClr val="070F26"/>
                      </a:solidFill>
                      <a:prstDash val="solid"/>
                      <a:round/>
                      <a:headEnd type="none" w="med" len="med"/>
                      <a:tailEnd type="none" w="med" len="med"/>
                    </a:lnT>
                    <a:lnB w="9525" cap="flat" cmpd="sng" algn="ctr">
                      <a:solidFill>
                        <a:srgbClr val="070F26"/>
                      </a:solidFill>
                      <a:prstDash val="solid"/>
                      <a:round/>
                      <a:headEnd type="none" w="med" len="med"/>
                      <a:tailEnd type="none" w="med" len="med"/>
                    </a:lnB>
                    <a:solidFill>
                      <a:srgbClr val="E7F0FE"/>
                    </a:solidFill>
                  </a:tcPr>
                </a:tc>
                <a:extLst>
                  <a:ext uri="{0D108BD9-81ED-4DB2-BD59-A6C34878D82A}">
                    <a16:rowId xmlns:a16="http://schemas.microsoft.com/office/drawing/2014/main" val="647782409"/>
                  </a:ext>
                </a:extLst>
              </a:tr>
              <a:tr h="400050">
                <a:tc>
                  <a:txBody>
                    <a:bodyPr/>
                    <a:lstStyle/>
                    <a:p>
                      <a:pPr algn="l" fontAlgn="base">
                        <a:lnSpc>
                          <a:spcPts val="1950"/>
                        </a:lnSpc>
                        <a:buNone/>
                      </a:pPr>
                      <a:r>
                        <a:rPr lang="en-IN" sz="1600" b="0" i="0">
                          <a:solidFill>
                            <a:srgbClr val="070F26"/>
                          </a:solidFill>
                          <a:effectLst/>
                          <a:latin typeface="Arial"/>
                        </a:rPr>
                        <a:t>Requested Date</a:t>
                      </a:r>
                      <a:r>
                        <a:rPr lang="en-IN" sz="1600" b="0" i="0">
                          <a:solidFill>
                            <a:srgbClr val="FFFFFF"/>
                          </a:solidFill>
                          <a:effectLst/>
                          <a:latin typeface="Arial"/>
                        </a:rPr>
                        <a:t>​</a:t>
                      </a:r>
                      <a:endParaRPr lang="en-IN" b="0" i="0">
                        <a:solidFill>
                          <a:srgbClr val="FFFFFF"/>
                        </a:solidFill>
                        <a:effectLst/>
                        <a:latin typeface="Arial"/>
                      </a:endParaRPr>
                    </a:p>
                  </a:txBody>
                  <a:tcPr anchor="ctr">
                    <a:lnL w="9525" cap="flat" cmpd="sng" algn="ctr">
                      <a:solidFill>
                        <a:srgbClr val="070F26"/>
                      </a:solidFill>
                      <a:prstDash val="solid"/>
                      <a:round/>
                      <a:headEnd type="none" w="med" len="med"/>
                      <a:tailEnd type="none" w="med" len="med"/>
                    </a:lnL>
                    <a:lnR w="9525" cap="flat" cmpd="sng" algn="ctr">
                      <a:solidFill>
                        <a:srgbClr val="070F26"/>
                      </a:solidFill>
                      <a:prstDash val="solid"/>
                      <a:round/>
                      <a:headEnd type="none" w="med" len="med"/>
                      <a:tailEnd type="none" w="med" len="med"/>
                    </a:lnR>
                    <a:lnT w="9525" cap="flat" cmpd="sng" algn="ctr">
                      <a:solidFill>
                        <a:srgbClr val="070F26"/>
                      </a:solidFill>
                      <a:prstDash val="solid"/>
                      <a:round/>
                      <a:headEnd type="none" w="med" len="med"/>
                      <a:tailEnd type="none" w="med" len="med"/>
                    </a:lnT>
                    <a:lnB w="9525" cap="flat" cmpd="sng" algn="ctr">
                      <a:solidFill>
                        <a:srgbClr val="070F26"/>
                      </a:solidFill>
                      <a:prstDash val="solid"/>
                      <a:round/>
                      <a:headEnd type="none" w="med" len="med"/>
                      <a:tailEnd type="none" w="med" len="med"/>
                    </a:lnB>
                    <a:solidFill>
                      <a:srgbClr val="CCE0FE"/>
                    </a:solidFill>
                  </a:tcPr>
                </a:tc>
                <a:tc>
                  <a:txBody>
                    <a:bodyPr/>
                    <a:lstStyle/>
                    <a:p>
                      <a:pPr algn="l" fontAlgn="base">
                        <a:lnSpc>
                          <a:spcPts val="1950"/>
                        </a:lnSpc>
                        <a:buNone/>
                      </a:pPr>
                      <a:r>
                        <a:rPr lang="en-US" sz="1600" b="0" i="0" dirty="0">
                          <a:solidFill>
                            <a:srgbClr val="070F26"/>
                          </a:solidFill>
                          <a:effectLst/>
                          <a:latin typeface="Arial"/>
                        </a:rPr>
                        <a:t>9 February 2026</a:t>
                      </a:r>
                      <a:endParaRPr lang="en-US" b="0" i="0" dirty="0">
                        <a:solidFill>
                          <a:srgbClr val="FFFFFF"/>
                        </a:solidFill>
                        <a:effectLst/>
                        <a:latin typeface="Arial"/>
                      </a:endParaRPr>
                    </a:p>
                  </a:txBody>
                  <a:tcPr anchor="ctr">
                    <a:lnL w="9525" cap="flat" cmpd="sng" algn="ctr">
                      <a:solidFill>
                        <a:srgbClr val="070F26"/>
                      </a:solidFill>
                      <a:prstDash val="solid"/>
                      <a:round/>
                      <a:headEnd type="none" w="med" len="med"/>
                      <a:tailEnd type="none" w="med" len="med"/>
                    </a:lnL>
                    <a:lnR w="9525" cap="flat" cmpd="sng" algn="ctr">
                      <a:solidFill>
                        <a:srgbClr val="070F26"/>
                      </a:solidFill>
                      <a:prstDash val="solid"/>
                      <a:round/>
                      <a:headEnd type="none" w="med" len="med"/>
                      <a:tailEnd type="none" w="med" len="med"/>
                    </a:lnR>
                    <a:lnT w="9525" cap="flat" cmpd="sng" algn="ctr">
                      <a:solidFill>
                        <a:srgbClr val="070F26"/>
                      </a:solidFill>
                      <a:prstDash val="solid"/>
                      <a:round/>
                      <a:headEnd type="none" w="med" len="med"/>
                      <a:tailEnd type="none" w="med" len="med"/>
                    </a:lnT>
                    <a:lnB w="9525" cap="flat" cmpd="sng" algn="ctr">
                      <a:solidFill>
                        <a:srgbClr val="070F26"/>
                      </a:solidFill>
                      <a:prstDash val="solid"/>
                      <a:round/>
                      <a:headEnd type="none" w="med" len="med"/>
                      <a:tailEnd type="none" w="med" len="med"/>
                    </a:lnB>
                    <a:solidFill>
                      <a:srgbClr val="CCE0FE"/>
                    </a:solidFill>
                  </a:tcPr>
                </a:tc>
                <a:extLst>
                  <a:ext uri="{0D108BD9-81ED-4DB2-BD59-A6C34878D82A}">
                    <a16:rowId xmlns:a16="http://schemas.microsoft.com/office/drawing/2014/main" val="3348172769"/>
                  </a:ext>
                </a:extLst>
              </a:tr>
              <a:tr h="400050">
                <a:tc>
                  <a:txBody>
                    <a:bodyPr/>
                    <a:lstStyle/>
                    <a:p>
                      <a:pPr algn="l" fontAlgn="base">
                        <a:lnSpc>
                          <a:spcPts val="1950"/>
                        </a:lnSpc>
                        <a:buNone/>
                      </a:pPr>
                      <a:r>
                        <a:rPr lang="en-IN" sz="1600" b="0" i="0">
                          <a:solidFill>
                            <a:srgbClr val="070F26"/>
                          </a:solidFill>
                          <a:effectLst/>
                          <a:latin typeface="Arial"/>
                        </a:rPr>
                        <a:t>Completion Date</a:t>
                      </a:r>
                      <a:r>
                        <a:rPr lang="en-IN" sz="1600" b="0" i="0">
                          <a:solidFill>
                            <a:srgbClr val="FFFFFF"/>
                          </a:solidFill>
                          <a:effectLst/>
                          <a:latin typeface="Arial"/>
                        </a:rPr>
                        <a:t>​</a:t>
                      </a:r>
                      <a:endParaRPr lang="en-IN" b="0" i="0">
                        <a:solidFill>
                          <a:srgbClr val="FFFFFF"/>
                        </a:solidFill>
                        <a:effectLst/>
                        <a:latin typeface="Arial"/>
                      </a:endParaRPr>
                    </a:p>
                  </a:txBody>
                  <a:tcPr anchor="ctr">
                    <a:lnL w="9525" cap="flat" cmpd="sng" algn="ctr">
                      <a:solidFill>
                        <a:srgbClr val="070F26"/>
                      </a:solidFill>
                      <a:prstDash val="solid"/>
                      <a:round/>
                      <a:headEnd type="none" w="med" len="med"/>
                      <a:tailEnd type="none" w="med" len="med"/>
                    </a:lnL>
                    <a:lnR w="9525" cap="flat" cmpd="sng" algn="ctr">
                      <a:solidFill>
                        <a:srgbClr val="070F26"/>
                      </a:solidFill>
                      <a:prstDash val="solid"/>
                      <a:round/>
                      <a:headEnd type="none" w="med" len="med"/>
                      <a:tailEnd type="none" w="med" len="med"/>
                    </a:lnR>
                    <a:lnT w="9525" cap="flat" cmpd="sng" algn="ctr">
                      <a:solidFill>
                        <a:srgbClr val="070F26"/>
                      </a:solidFill>
                      <a:prstDash val="solid"/>
                      <a:round/>
                      <a:headEnd type="none" w="med" len="med"/>
                      <a:tailEnd type="none" w="med" len="med"/>
                    </a:lnT>
                    <a:lnB w="9525" cap="flat" cmpd="sng" algn="ctr">
                      <a:solidFill>
                        <a:srgbClr val="070F26"/>
                      </a:solidFill>
                      <a:prstDash val="solid"/>
                      <a:round/>
                      <a:headEnd type="none" w="med" len="med"/>
                      <a:tailEnd type="none" w="med" len="med"/>
                    </a:lnB>
                    <a:solidFill>
                      <a:srgbClr val="E7F0FE"/>
                    </a:solidFill>
                  </a:tcPr>
                </a:tc>
                <a:tc>
                  <a:txBody>
                    <a:bodyPr/>
                    <a:lstStyle/>
                    <a:p>
                      <a:pPr algn="l" fontAlgn="base">
                        <a:lnSpc>
                          <a:spcPts val="1950"/>
                        </a:lnSpc>
                        <a:buNone/>
                      </a:pPr>
                      <a:r>
                        <a:rPr lang="en-US" sz="1600" b="0" i="0">
                          <a:solidFill>
                            <a:srgbClr val="070F26"/>
                          </a:solidFill>
                          <a:effectLst/>
                          <a:latin typeface="Arial"/>
                        </a:rPr>
                        <a:t>--</a:t>
                      </a:r>
                      <a:r>
                        <a:rPr lang="en-US" sz="1600" b="0" i="0">
                          <a:solidFill>
                            <a:srgbClr val="FFFFFF"/>
                          </a:solidFill>
                          <a:effectLst/>
                          <a:latin typeface="Arial"/>
                        </a:rPr>
                        <a:t>​</a:t>
                      </a:r>
                      <a:endParaRPr lang="en-US" b="0" i="0">
                        <a:solidFill>
                          <a:srgbClr val="FFFFFF"/>
                        </a:solidFill>
                        <a:effectLst/>
                        <a:latin typeface="Arial"/>
                      </a:endParaRPr>
                    </a:p>
                  </a:txBody>
                  <a:tcPr anchor="ctr">
                    <a:lnL w="9525" cap="flat" cmpd="sng" algn="ctr">
                      <a:solidFill>
                        <a:srgbClr val="070F26"/>
                      </a:solidFill>
                      <a:prstDash val="solid"/>
                      <a:round/>
                      <a:headEnd type="none" w="med" len="med"/>
                      <a:tailEnd type="none" w="med" len="med"/>
                    </a:lnL>
                    <a:lnR w="9525" cap="flat" cmpd="sng" algn="ctr">
                      <a:solidFill>
                        <a:srgbClr val="070F26"/>
                      </a:solidFill>
                      <a:prstDash val="solid"/>
                      <a:round/>
                      <a:headEnd type="none" w="med" len="med"/>
                      <a:tailEnd type="none" w="med" len="med"/>
                    </a:lnR>
                    <a:lnT w="9525" cap="flat" cmpd="sng" algn="ctr">
                      <a:solidFill>
                        <a:srgbClr val="070F26"/>
                      </a:solidFill>
                      <a:prstDash val="solid"/>
                      <a:round/>
                      <a:headEnd type="none" w="med" len="med"/>
                      <a:tailEnd type="none" w="med" len="med"/>
                    </a:lnT>
                    <a:lnB w="9525" cap="flat" cmpd="sng" algn="ctr">
                      <a:solidFill>
                        <a:srgbClr val="070F26"/>
                      </a:solidFill>
                      <a:prstDash val="solid"/>
                      <a:round/>
                      <a:headEnd type="none" w="med" len="med"/>
                      <a:tailEnd type="none" w="med" len="med"/>
                    </a:lnB>
                    <a:solidFill>
                      <a:srgbClr val="E7F0FE"/>
                    </a:solidFill>
                  </a:tcPr>
                </a:tc>
                <a:extLst>
                  <a:ext uri="{0D108BD9-81ED-4DB2-BD59-A6C34878D82A}">
                    <a16:rowId xmlns:a16="http://schemas.microsoft.com/office/drawing/2014/main" val="1049402010"/>
                  </a:ext>
                </a:extLst>
              </a:tr>
              <a:tr h="400050">
                <a:tc>
                  <a:txBody>
                    <a:bodyPr/>
                    <a:lstStyle/>
                    <a:p>
                      <a:pPr algn="l" fontAlgn="base">
                        <a:lnSpc>
                          <a:spcPts val="1950"/>
                        </a:lnSpc>
                        <a:buNone/>
                      </a:pPr>
                      <a:r>
                        <a:rPr lang="en-IN" sz="1600" b="0" i="0">
                          <a:solidFill>
                            <a:srgbClr val="070F26"/>
                          </a:solidFill>
                          <a:effectLst/>
                          <a:latin typeface="Arial"/>
                        </a:rPr>
                        <a:t>Project Status</a:t>
                      </a:r>
                      <a:r>
                        <a:rPr lang="en-IN" sz="1600" b="0" i="0">
                          <a:solidFill>
                            <a:srgbClr val="FFFFFF"/>
                          </a:solidFill>
                          <a:effectLst/>
                          <a:latin typeface="Arial"/>
                        </a:rPr>
                        <a:t>​</a:t>
                      </a:r>
                      <a:endParaRPr lang="en-IN" b="0" i="0">
                        <a:solidFill>
                          <a:srgbClr val="FFFFFF"/>
                        </a:solidFill>
                        <a:effectLst/>
                        <a:latin typeface="Arial"/>
                      </a:endParaRPr>
                    </a:p>
                  </a:txBody>
                  <a:tcPr anchor="ctr">
                    <a:lnL w="9525" cap="flat" cmpd="sng" algn="ctr">
                      <a:solidFill>
                        <a:srgbClr val="070F26"/>
                      </a:solidFill>
                      <a:prstDash val="solid"/>
                      <a:round/>
                      <a:headEnd type="none" w="med" len="med"/>
                      <a:tailEnd type="none" w="med" len="med"/>
                    </a:lnL>
                    <a:lnR w="9525" cap="flat" cmpd="sng" algn="ctr">
                      <a:solidFill>
                        <a:srgbClr val="070F26"/>
                      </a:solidFill>
                      <a:prstDash val="solid"/>
                      <a:round/>
                      <a:headEnd type="none" w="med" len="med"/>
                      <a:tailEnd type="none" w="med" len="med"/>
                    </a:lnR>
                    <a:lnT w="9525" cap="flat" cmpd="sng" algn="ctr">
                      <a:solidFill>
                        <a:srgbClr val="070F26"/>
                      </a:solidFill>
                      <a:prstDash val="solid"/>
                      <a:round/>
                      <a:headEnd type="none" w="med" len="med"/>
                      <a:tailEnd type="none" w="med" len="med"/>
                    </a:lnT>
                    <a:lnB w="9525" cap="flat" cmpd="sng" algn="ctr">
                      <a:solidFill>
                        <a:srgbClr val="070F26"/>
                      </a:solidFill>
                      <a:prstDash val="solid"/>
                      <a:round/>
                      <a:headEnd type="none" w="med" len="med"/>
                      <a:tailEnd type="none" w="med" len="med"/>
                    </a:lnB>
                    <a:solidFill>
                      <a:srgbClr val="CCE0FE"/>
                    </a:solidFill>
                  </a:tcPr>
                </a:tc>
                <a:tc>
                  <a:txBody>
                    <a:bodyPr/>
                    <a:lstStyle/>
                    <a:p>
                      <a:pPr algn="l" fontAlgn="base">
                        <a:lnSpc>
                          <a:spcPts val="1950"/>
                        </a:lnSpc>
                        <a:buNone/>
                      </a:pPr>
                      <a:r>
                        <a:rPr lang="en-US" sz="1600" b="0" i="0" dirty="0">
                          <a:solidFill>
                            <a:srgbClr val="070F26"/>
                          </a:solidFill>
                          <a:effectLst/>
                          <a:latin typeface="Arial"/>
                        </a:rPr>
                        <a:t>In Progress</a:t>
                      </a:r>
                      <a:r>
                        <a:rPr lang="en-US" sz="1600" b="0" i="0" dirty="0">
                          <a:solidFill>
                            <a:srgbClr val="FFFFFF"/>
                          </a:solidFill>
                          <a:effectLst/>
                          <a:latin typeface="Arial"/>
                        </a:rPr>
                        <a:t>​</a:t>
                      </a:r>
                      <a:endParaRPr lang="en-US" b="0" i="0" dirty="0">
                        <a:solidFill>
                          <a:srgbClr val="FFFFFF"/>
                        </a:solidFill>
                        <a:effectLst/>
                        <a:latin typeface="Arial"/>
                      </a:endParaRPr>
                    </a:p>
                  </a:txBody>
                  <a:tcPr anchor="ctr">
                    <a:lnL w="9525" cap="flat" cmpd="sng" algn="ctr">
                      <a:solidFill>
                        <a:srgbClr val="070F26"/>
                      </a:solidFill>
                      <a:prstDash val="solid"/>
                      <a:round/>
                      <a:headEnd type="none" w="med" len="med"/>
                      <a:tailEnd type="none" w="med" len="med"/>
                    </a:lnL>
                    <a:lnR w="9525" cap="flat" cmpd="sng" algn="ctr">
                      <a:solidFill>
                        <a:srgbClr val="070F26"/>
                      </a:solidFill>
                      <a:prstDash val="solid"/>
                      <a:round/>
                      <a:headEnd type="none" w="med" len="med"/>
                      <a:tailEnd type="none" w="med" len="med"/>
                    </a:lnR>
                    <a:lnT w="9525" cap="flat" cmpd="sng" algn="ctr">
                      <a:solidFill>
                        <a:srgbClr val="070F26"/>
                      </a:solidFill>
                      <a:prstDash val="solid"/>
                      <a:round/>
                      <a:headEnd type="none" w="med" len="med"/>
                      <a:tailEnd type="none" w="med" len="med"/>
                    </a:lnT>
                    <a:lnB w="9525" cap="flat" cmpd="sng" algn="ctr">
                      <a:solidFill>
                        <a:srgbClr val="070F26"/>
                      </a:solidFill>
                      <a:prstDash val="solid"/>
                      <a:round/>
                      <a:headEnd type="none" w="med" len="med"/>
                      <a:tailEnd type="none" w="med" len="med"/>
                    </a:lnB>
                    <a:solidFill>
                      <a:srgbClr val="CCE0FE"/>
                    </a:solidFill>
                  </a:tcPr>
                </a:tc>
                <a:extLst>
                  <a:ext uri="{0D108BD9-81ED-4DB2-BD59-A6C34878D82A}">
                    <a16:rowId xmlns:a16="http://schemas.microsoft.com/office/drawing/2014/main" val="668825762"/>
                  </a:ext>
                </a:extLst>
              </a:tr>
            </a:tbl>
          </a:graphicData>
        </a:graphic>
      </p:graphicFrame>
      <p:sp>
        <p:nvSpPr>
          <p:cNvPr id="7" name="Rectangle 1">
            <a:extLst>
              <a:ext uri="{FF2B5EF4-FFF2-40B4-BE49-F238E27FC236}">
                <a16:creationId xmlns:a16="http://schemas.microsoft.com/office/drawing/2014/main" id="{010481D8-F578-DBB6-D320-02CA8C655B71}"/>
              </a:ext>
            </a:extLst>
          </p:cNvPr>
          <p:cNvSpPr>
            <a:spLocks noChangeArrowheads="1"/>
          </p:cNvSpPr>
          <p:nvPr/>
        </p:nvSpPr>
        <p:spPr bwMode="auto">
          <a:xfrm>
            <a:off x="900113" y="16684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838169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FB74449-467C-1341-1503-46E0AD87BBFA}"/>
              </a:ext>
            </a:extLst>
          </p:cNvPr>
          <p:cNvSpPr>
            <a:spLocks noGrp="1" noChangeAspect="1"/>
          </p:cNvSpPr>
          <p:nvPr>
            <p:ph type="title"/>
          </p:nvPr>
        </p:nvSpPr>
        <p:spPr bwMode="gray">
          <a:xfrm>
            <a:off x="371475" y="333375"/>
            <a:ext cx="11449050" cy="402895"/>
          </a:xfrm>
        </p:spPr>
        <p:txBody>
          <a:bodyPr/>
          <a:lstStyle/>
          <a:p>
            <a:r>
              <a:rPr lang="en-US" sz="3200"/>
              <a:t>Business Statement &amp; Solution</a:t>
            </a:r>
            <a:endParaRPr lang="en-US" sz="3200">
              <a:solidFill>
                <a:schemeClr val="accent1"/>
              </a:solidFill>
            </a:endParaRPr>
          </a:p>
        </p:txBody>
      </p:sp>
      <p:sp>
        <p:nvSpPr>
          <p:cNvPr id="3" name="Footer Placeholder 2">
            <a:extLst>
              <a:ext uri="{FF2B5EF4-FFF2-40B4-BE49-F238E27FC236}">
                <a16:creationId xmlns:a16="http://schemas.microsoft.com/office/drawing/2014/main" id="{6F7685E5-D383-805A-0540-4030D5A79DAC}"/>
              </a:ext>
            </a:extLst>
          </p:cNvPr>
          <p:cNvSpPr>
            <a:spLocks noGrp="1" noChangeAspect="1"/>
          </p:cNvSpPr>
          <p:nvPr>
            <p:ph type="ftr" sz="quarter" idx="3"/>
          </p:nvPr>
        </p:nvSpPr>
        <p:spPr bwMode="gray"/>
        <p:txBody>
          <a:bodyPr/>
          <a:lstStyle/>
          <a:p>
            <a:r>
              <a:rPr lang="en-US"/>
              <a:t>© 2025 NTT DATA Business Solutions</a:t>
            </a:r>
          </a:p>
        </p:txBody>
      </p:sp>
      <p:sp>
        <p:nvSpPr>
          <p:cNvPr id="4" name="Slide Number Placeholder 3">
            <a:extLst>
              <a:ext uri="{FF2B5EF4-FFF2-40B4-BE49-F238E27FC236}">
                <a16:creationId xmlns:a16="http://schemas.microsoft.com/office/drawing/2014/main" id="{6DA1C9BF-778B-B60D-87FC-0A0B06CC3FE9}"/>
              </a:ext>
            </a:extLst>
          </p:cNvPr>
          <p:cNvSpPr>
            <a:spLocks noGrp="1" noChangeAspect="1"/>
          </p:cNvSpPr>
          <p:nvPr>
            <p:ph type="sldNum" sz="quarter" idx="4"/>
          </p:nvPr>
        </p:nvSpPr>
        <p:spPr bwMode="gray"/>
        <p:txBody>
          <a:bodyPr/>
          <a:lstStyle/>
          <a:p>
            <a:fld id="{13CE6DAF-806F-404B-BC68-339BFCB57E5C}" type="slidenum">
              <a:rPr lang="en-US" smtClean="0"/>
              <a:pPr/>
              <a:t>3</a:t>
            </a:fld>
            <a:endParaRPr lang="en-US"/>
          </a:p>
        </p:txBody>
      </p:sp>
      <p:sp>
        <p:nvSpPr>
          <p:cNvPr id="2" name="Rectangle 1">
            <a:extLst>
              <a:ext uri="{FF2B5EF4-FFF2-40B4-BE49-F238E27FC236}">
                <a16:creationId xmlns:a16="http://schemas.microsoft.com/office/drawing/2014/main" id="{4B5C346F-4990-067E-FAD1-FC2032E569E8}"/>
              </a:ext>
            </a:extLst>
          </p:cNvPr>
          <p:cNvSpPr/>
          <p:nvPr/>
        </p:nvSpPr>
        <p:spPr>
          <a:xfrm>
            <a:off x="1565907" y="1043234"/>
            <a:ext cx="10287000" cy="1528989"/>
          </a:xfrm>
          <a:prstGeom prst="rect">
            <a:avLst/>
          </a:prstGeom>
          <a:solidFill>
            <a:schemeClr val="tx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lnSpc>
                <a:spcPct val="110000"/>
              </a:lnSpc>
              <a:spcBef>
                <a:spcPts val="600"/>
              </a:spcBef>
            </a:pPr>
            <a:endParaRPr lang="en-US" sz="1800" err="1">
              <a:solidFill>
                <a:schemeClr val="bg1"/>
              </a:solidFill>
            </a:endParaRPr>
          </a:p>
        </p:txBody>
      </p:sp>
      <p:sp>
        <p:nvSpPr>
          <p:cNvPr id="7" name="Arrow: Pentagon 8">
            <a:extLst>
              <a:ext uri="{FF2B5EF4-FFF2-40B4-BE49-F238E27FC236}">
                <a16:creationId xmlns:a16="http://schemas.microsoft.com/office/drawing/2014/main" id="{91752B10-BB0A-6E0E-1787-BE6F10E11AFF}"/>
              </a:ext>
            </a:extLst>
          </p:cNvPr>
          <p:cNvSpPr/>
          <p:nvPr/>
        </p:nvSpPr>
        <p:spPr>
          <a:xfrm>
            <a:off x="346705" y="1043234"/>
            <a:ext cx="2085975" cy="1528989"/>
          </a:xfrm>
          <a:prstGeom prst="homePlate">
            <a:avLst/>
          </a:prstGeom>
          <a:solidFill>
            <a:schemeClr val="accent1">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lnSpc>
                <a:spcPct val="110000"/>
              </a:lnSpc>
              <a:spcBef>
                <a:spcPts val="600"/>
              </a:spcBef>
            </a:pPr>
            <a:endParaRPr lang="en-US" sz="1800" err="1">
              <a:solidFill>
                <a:schemeClr val="bg1"/>
              </a:solidFill>
            </a:endParaRPr>
          </a:p>
        </p:txBody>
      </p:sp>
      <p:sp>
        <p:nvSpPr>
          <p:cNvPr id="8" name="Rectangle 7">
            <a:extLst>
              <a:ext uri="{FF2B5EF4-FFF2-40B4-BE49-F238E27FC236}">
                <a16:creationId xmlns:a16="http://schemas.microsoft.com/office/drawing/2014/main" id="{89E4C656-0E91-F08D-0A4F-686A3700DEF0}"/>
              </a:ext>
            </a:extLst>
          </p:cNvPr>
          <p:cNvSpPr/>
          <p:nvPr/>
        </p:nvSpPr>
        <p:spPr>
          <a:xfrm>
            <a:off x="1565905" y="2931372"/>
            <a:ext cx="10287000" cy="1528989"/>
          </a:xfrm>
          <a:prstGeom prst="rect">
            <a:avLst/>
          </a:prstGeom>
          <a:solidFill>
            <a:schemeClr val="tx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lnSpc>
                <a:spcPct val="110000"/>
              </a:lnSpc>
              <a:spcBef>
                <a:spcPts val="600"/>
              </a:spcBef>
            </a:pPr>
            <a:endParaRPr lang="en-US" sz="1800" err="1">
              <a:solidFill>
                <a:schemeClr val="bg1"/>
              </a:solidFill>
            </a:endParaRPr>
          </a:p>
        </p:txBody>
      </p:sp>
      <p:sp>
        <p:nvSpPr>
          <p:cNvPr id="9" name="Arrow: Pentagon 11">
            <a:extLst>
              <a:ext uri="{FF2B5EF4-FFF2-40B4-BE49-F238E27FC236}">
                <a16:creationId xmlns:a16="http://schemas.microsoft.com/office/drawing/2014/main" id="{4132C822-1ED3-DEB2-2BE9-921C859F833F}"/>
              </a:ext>
            </a:extLst>
          </p:cNvPr>
          <p:cNvSpPr/>
          <p:nvPr/>
        </p:nvSpPr>
        <p:spPr>
          <a:xfrm>
            <a:off x="346705" y="2931372"/>
            <a:ext cx="2085975" cy="1528989"/>
          </a:xfrm>
          <a:prstGeom prst="homePlate">
            <a:avLst/>
          </a:prstGeom>
          <a:solidFill>
            <a:schemeClr val="accent1">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lnSpc>
                <a:spcPct val="110000"/>
              </a:lnSpc>
              <a:spcBef>
                <a:spcPts val="600"/>
              </a:spcBef>
            </a:pPr>
            <a:endParaRPr lang="en-US" sz="1800" err="1">
              <a:solidFill>
                <a:schemeClr val="bg1"/>
              </a:solidFill>
            </a:endParaRPr>
          </a:p>
        </p:txBody>
      </p:sp>
      <p:sp>
        <p:nvSpPr>
          <p:cNvPr id="10" name="TextBox 9">
            <a:extLst>
              <a:ext uri="{FF2B5EF4-FFF2-40B4-BE49-F238E27FC236}">
                <a16:creationId xmlns:a16="http://schemas.microsoft.com/office/drawing/2014/main" id="{91028447-FE66-72B4-ABB9-A9251FE4352B}"/>
              </a:ext>
            </a:extLst>
          </p:cNvPr>
          <p:cNvSpPr txBox="1"/>
          <p:nvPr/>
        </p:nvSpPr>
        <p:spPr>
          <a:xfrm>
            <a:off x="228599" y="1430188"/>
            <a:ext cx="1919286" cy="755079"/>
          </a:xfrm>
          <a:prstGeom prst="rect">
            <a:avLst/>
          </a:prstGeom>
          <a:noFill/>
        </p:spPr>
        <p:txBody>
          <a:bodyPr wrap="square">
            <a:spAutoFit/>
          </a:bodyPr>
          <a:lstStyle/>
          <a:p>
            <a:pPr algn="ctr"/>
            <a:r>
              <a:rPr lang="en-US" sz="1800" b="1">
                <a:solidFill>
                  <a:schemeClr val="bg1"/>
                </a:solidFill>
              </a:rPr>
              <a:t>Business </a:t>
            </a:r>
          </a:p>
          <a:p>
            <a:pPr algn="ctr"/>
            <a:r>
              <a:rPr lang="en-US" sz="1800" b="1">
                <a:solidFill>
                  <a:schemeClr val="bg1"/>
                </a:solidFill>
              </a:rPr>
              <a:t>Problem</a:t>
            </a:r>
            <a:endParaRPr lang="en-US" sz="1800">
              <a:solidFill>
                <a:schemeClr val="bg1"/>
              </a:solidFill>
            </a:endParaRPr>
          </a:p>
        </p:txBody>
      </p:sp>
      <p:sp>
        <p:nvSpPr>
          <p:cNvPr id="11" name="TextBox 10">
            <a:extLst>
              <a:ext uri="{FF2B5EF4-FFF2-40B4-BE49-F238E27FC236}">
                <a16:creationId xmlns:a16="http://schemas.microsoft.com/office/drawing/2014/main" id="{032B4B64-66D7-C6C1-AD2E-C3509A602C94}"/>
              </a:ext>
            </a:extLst>
          </p:cNvPr>
          <p:cNvSpPr txBox="1"/>
          <p:nvPr/>
        </p:nvSpPr>
        <p:spPr>
          <a:xfrm>
            <a:off x="228599" y="3509148"/>
            <a:ext cx="1919286" cy="373436"/>
          </a:xfrm>
          <a:prstGeom prst="rect">
            <a:avLst/>
          </a:prstGeom>
          <a:noFill/>
        </p:spPr>
        <p:txBody>
          <a:bodyPr wrap="square">
            <a:spAutoFit/>
          </a:bodyPr>
          <a:lstStyle/>
          <a:p>
            <a:pPr algn="ctr"/>
            <a:r>
              <a:rPr lang="en-US" sz="1800" b="1">
                <a:solidFill>
                  <a:schemeClr val="bg1"/>
                </a:solidFill>
              </a:rPr>
              <a:t>Solution</a:t>
            </a:r>
            <a:endParaRPr lang="en-US" sz="1800">
              <a:solidFill>
                <a:schemeClr val="bg1"/>
              </a:solidFill>
            </a:endParaRPr>
          </a:p>
        </p:txBody>
      </p:sp>
      <p:sp>
        <p:nvSpPr>
          <p:cNvPr id="12" name="Rectangle 11">
            <a:extLst>
              <a:ext uri="{FF2B5EF4-FFF2-40B4-BE49-F238E27FC236}">
                <a16:creationId xmlns:a16="http://schemas.microsoft.com/office/drawing/2014/main" id="{53F2D396-C3FB-81E2-3801-D4AA06EE8152}"/>
              </a:ext>
            </a:extLst>
          </p:cNvPr>
          <p:cNvSpPr/>
          <p:nvPr/>
        </p:nvSpPr>
        <p:spPr>
          <a:xfrm>
            <a:off x="1565905" y="4747365"/>
            <a:ext cx="10287000" cy="1528989"/>
          </a:xfrm>
          <a:prstGeom prst="rect">
            <a:avLst/>
          </a:prstGeom>
          <a:solidFill>
            <a:schemeClr val="tx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lnSpc>
                <a:spcPct val="110000"/>
              </a:lnSpc>
              <a:spcBef>
                <a:spcPts val="600"/>
              </a:spcBef>
            </a:pPr>
            <a:endParaRPr lang="en-US" sz="1800" err="1">
              <a:solidFill>
                <a:schemeClr val="bg1"/>
              </a:solidFill>
            </a:endParaRPr>
          </a:p>
        </p:txBody>
      </p:sp>
      <p:sp>
        <p:nvSpPr>
          <p:cNvPr id="13" name="Arrow: Pentagon 23">
            <a:extLst>
              <a:ext uri="{FF2B5EF4-FFF2-40B4-BE49-F238E27FC236}">
                <a16:creationId xmlns:a16="http://schemas.microsoft.com/office/drawing/2014/main" id="{234C59A0-4AAE-BA04-A90F-9AB5FC232D58}"/>
              </a:ext>
            </a:extLst>
          </p:cNvPr>
          <p:cNvSpPr/>
          <p:nvPr/>
        </p:nvSpPr>
        <p:spPr>
          <a:xfrm>
            <a:off x="346705" y="4747365"/>
            <a:ext cx="2085975" cy="1528989"/>
          </a:xfrm>
          <a:prstGeom prst="homePlate">
            <a:avLst/>
          </a:prstGeom>
          <a:solidFill>
            <a:schemeClr val="accent1">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lnSpc>
                <a:spcPct val="110000"/>
              </a:lnSpc>
              <a:spcBef>
                <a:spcPts val="600"/>
              </a:spcBef>
            </a:pPr>
            <a:endParaRPr lang="en-US" sz="1800" err="1">
              <a:solidFill>
                <a:schemeClr val="bg1"/>
              </a:solidFill>
            </a:endParaRPr>
          </a:p>
        </p:txBody>
      </p:sp>
      <p:sp>
        <p:nvSpPr>
          <p:cNvPr id="14" name="TextBox 13">
            <a:extLst>
              <a:ext uri="{FF2B5EF4-FFF2-40B4-BE49-F238E27FC236}">
                <a16:creationId xmlns:a16="http://schemas.microsoft.com/office/drawing/2014/main" id="{FAD78242-F2A2-57A4-EBDF-77AD63328A5C}"/>
              </a:ext>
            </a:extLst>
          </p:cNvPr>
          <p:cNvSpPr txBox="1"/>
          <p:nvPr/>
        </p:nvSpPr>
        <p:spPr>
          <a:xfrm>
            <a:off x="196220" y="5134319"/>
            <a:ext cx="1919286" cy="755079"/>
          </a:xfrm>
          <a:prstGeom prst="rect">
            <a:avLst/>
          </a:prstGeom>
          <a:noFill/>
        </p:spPr>
        <p:txBody>
          <a:bodyPr wrap="square">
            <a:spAutoFit/>
          </a:bodyPr>
          <a:lstStyle/>
          <a:p>
            <a:pPr algn="ctr"/>
            <a:r>
              <a:rPr lang="en-US" sz="1800" b="1">
                <a:solidFill>
                  <a:schemeClr val="bg1"/>
                </a:solidFill>
              </a:rPr>
              <a:t>Business</a:t>
            </a:r>
          </a:p>
          <a:p>
            <a:pPr algn="ctr"/>
            <a:r>
              <a:rPr lang="en-US" sz="1800" b="1">
                <a:solidFill>
                  <a:schemeClr val="bg1"/>
                </a:solidFill>
              </a:rPr>
              <a:t>Benefits</a:t>
            </a:r>
            <a:endParaRPr lang="en-US" sz="1800">
              <a:solidFill>
                <a:schemeClr val="bg1"/>
              </a:solidFill>
            </a:endParaRPr>
          </a:p>
        </p:txBody>
      </p:sp>
      <p:sp>
        <p:nvSpPr>
          <p:cNvPr id="16" name="TextBox 15">
            <a:extLst>
              <a:ext uri="{FF2B5EF4-FFF2-40B4-BE49-F238E27FC236}">
                <a16:creationId xmlns:a16="http://schemas.microsoft.com/office/drawing/2014/main" id="{8D165D5E-EF5B-2B62-C8ED-38E85375D305}"/>
              </a:ext>
            </a:extLst>
          </p:cNvPr>
          <p:cNvSpPr txBox="1"/>
          <p:nvPr/>
        </p:nvSpPr>
        <p:spPr>
          <a:xfrm>
            <a:off x="2432680" y="1263603"/>
            <a:ext cx="9169947" cy="1154675"/>
          </a:xfrm>
          <a:prstGeom prst="rect">
            <a:avLst/>
          </a:prstGeom>
          <a:noFill/>
        </p:spPr>
        <p:txBody>
          <a:bodyPr wrap="square">
            <a:spAutoFit/>
          </a:bodyPr>
          <a:lstStyle/>
          <a:p>
            <a:r>
              <a:rPr lang="en-US" sz="1600" dirty="0"/>
              <a:t>Employees across the organization use multiple AI tools without clear guidance on which are approved, how to use them effectively, or what policies apply. This inconsistency leads to compliance risks, reduced productivity, and uneven quality in AI-generated outputs. There is a need for a centralized system that ensures safe, consistent, and policy-aligned AI usage.</a:t>
            </a:r>
            <a:endParaRPr lang="en-US" sz="1500" dirty="0"/>
          </a:p>
        </p:txBody>
      </p:sp>
      <p:sp>
        <p:nvSpPr>
          <p:cNvPr id="18" name="TextBox 17">
            <a:extLst>
              <a:ext uri="{FF2B5EF4-FFF2-40B4-BE49-F238E27FC236}">
                <a16:creationId xmlns:a16="http://schemas.microsoft.com/office/drawing/2014/main" id="{445B3CB8-CA1F-4159-D936-65EE4E84AB61}"/>
              </a:ext>
            </a:extLst>
          </p:cNvPr>
          <p:cNvSpPr txBox="1"/>
          <p:nvPr/>
        </p:nvSpPr>
        <p:spPr>
          <a:xfrm>
            <a:off x="2432679" y="3024785"/>
            <a:ext cx="9169947" cy="1425518"/>
          </a:xfrm>
          <a:prstGeom prst="rect">
            <a:avLst/>
          </a:prstGeom>
          <a:noFill/>
        </p:spPr>
        <p:txBody>
          <a:bodyPr wrap="square" lIns="91440" tIns="45720" rIns="91440" bIns="45720" anchor="t">
            <a:spAutoFit/>
          </a:bodyPr>
          <a:lstStyle/>
          <a:p>
            <a:r>
              <a:rPr lang="en-US" sz="1600" dirty="0"/>
              <a:t>The AI Navigator provides a unified, web-based platform hosted on Azure Web Apps, powered by Azure OpenAI Service. It interprets user intent, recommends approved enterprise AI tools, retrieves relevant governance policies, and generates CORLO-standard prompts. By guiding employees through compliant and effective AI usage, it promotes productivity, reduces risk, and reinforces responsible AI adoption across the enterprise.</a:t>
            </a:r>
            <a:endParaRPr lang="en-US" sz="1500" dirty="0"/>
          </a:p>
        </p:txBody>
      </p:sp>
      <p:sp>
        <p:nvSpPr>
          <p:cNvPr id="20" name="TextBox 19">
            <a:extLst>
              <a:ext uri="{FF2B5EF4-FFF2-40B4-BE49-F238E27FC236}">
                <a16:creationId xmlns:a16="http://schemas.microsoft.com/office/drawing/2014/main" id="{20A28C2C-CA8E-722E-267B-74974D8EB09D}"/>
              </a:ext>
            </a:extLst>
          </p:cNvPr>
          <p:cNvSpPr txBox="1"/>
          <p:nvPr/>
        </p:nvSpPr>
        <p:spPr>
          <a:xfrm>
            <a:off x="2797491" y="5221618"/>
            <a:ext cx="1477625" cy="612988"/>
          </a:xfrm>
          <a:prstGeom prst="rect">
            <a:avLst/>
          </a:prstGeom>
          <a:noFill/>
        </p:spPr>
        <p:txBody>
          <a:bodyPr wrap="square">
            <a:spAutoFit/>
          </a:bodyPr>
          <a:lstStyle/>
          <a:p>
            <a:pPr algn="ctr"/>
            <a:r>
              <a:rPr lang="en-IN" sz="1600" dirty="0"/>
              <a:t>Increased Productivity</a:t>
            </a:r>
            <a:endParaRPr lang="en-US" sz="1500" b="1" dirty="0"/>
          </a:p>
        </p:txBody>
      </p:sp>
      <p:sp>
        <p:nvSpPr>
          <p:cNvPr id="21" name="TextBox 20">
            <a:extLst>
              <a:ext uri="{FF2B5EF4-FFF2-40B4-BE49-F238E27FC236}">
                <a16:creationId xmlns:a16="http://schemas.microsoft.com/office/drawing/2014/main" id="{D870CE24-AE11-679F-46E2-9327AFB58B6B}"/>
              </a:ext>
            </a:extLst>
          </p:cNvPr>
          <p:cNvSpPr txBox="1"/>
          <p:nvPr/>
        </p:nvSpPr>
        <p:spPr>
          <a:xfrm>
            <a:off x="9647154" y="5276410"/>
            <a:ext cx="1957882" cy="612988"/>
          </a:xfrm>
          <a:prstGeom prst="rect">
            <a:avLst/>
          </a:prstGeom>
          <a:noFill/>
        </p:spPr>
        <p:txBody>
          <a:bodyPr wrap="square">
            <a:spAutoFit/>
          </a:bodyPr>
          <a:lstStyle/>
          <a:p>
            <a:pPr algn="ctr"/>
            <a:r>
              <a:rPr lang="en-US" sz="1600" dirty="0"/>
              <a:t>Improved Adoption of Approved Tools</a:t>
            </a:r>
            <a:endParaRPr lang="en-US" sz="1500" b="1" dirty="0"/>
          </a:p>
        </p:txBody>
      </p:sp>
      <p:sp>
        <p:nvSpPr>
          <p:cNvPr id="22" name="TextBox 21">
            <a:extLst>
              <a:ext uri="{FF2B5EF4-FFF2-40B4-BE49-F238E27FC236}">
                <a16:creationId xmlns:a16="http://schemas.microsoft.com/office/drawing/2014/main" id="{0FE83F36-AA77-FFDC-2300-BB120C52C2B8}"/>
              </a:ext>
            </a:extLst>
          </p:cNvPr>
          <p:cNvSpPr txBox="1"/>
          <p:nvPr/>
        </p:nvSpPr>
        <p:spPr>
          <a:xfrm>
            <a:off x="4739643" y="5221618"/>
            <a:ext cx="2085975" cy="612988"/>
          </a:xfrm>
          <a:prstGeom prst="rect">
            <a:avLst/>
          </a:prstGeom>
          <a:noFill/>
        </p:spPr>
        <p:txBody>
          <a:bodyPr wrap="square">
            <a:spAutoFit/>
          </a:bodyPr>
          <a:lstStyle/>
          <a:p>
            <a:pPr algn="ctr"/>
            <a:r>
              <a:rPr lang="en-IN" sz="1600" dirty="0"/>
              <a:t>Risk Reduction &amp; Compliance</a:t>
            </a:r>
            <a:endParaRPr lang="en-US" sz="1500" b="1" dirty="0"/>
          </a:p>
        </p:txBody>
      </p:sp>
      <p:sp>
        <p:nvSpPr>
          <p:cNvPr id="23" name="TextBox 22">
            <a:extLst>
              <a:ext uri="{FF2B5EF4-FFF2-40B4-BE49-F238E27FC236}">
                <a16:creationId xmlns:a16="http://schemas.microsoft.com/office/drawing/2014/main" id="{3C3D5D1E-9BED-496B-551E-3DE07EB85712}"/>
              </a:ext>
            </a:extLst>
          </p:cNvPr>
          <p:cNvSpPr txBox="1"/>
          <p:nvPr/>
        </p:nvSpPr>
        <p:spPr>
          <a:xfrm>
            <a:off x="7483361" y="5276410"/>
            <a:ext cx="1598406" cy="612988"/>
          </a:xfrm>
          <a:prstGeom prst="rect">
            <a:avLst/>
          </a:prstGeom>
          <a:noFill/>
        </p:spPr>
        <p:txBody>
          <a:bodyPr wrap="square">
            <a:spAutoFit/>
          </a:bodyPr>
          <a:lstStyle/>
          <a:p>
            <a:pPr algn="ctr"/>
            <a:r>
              <a:rPr lang="en-IN" sz="1600" dirty="0"/>
              <a:t>Standardization of AI Usage</a:t>
            </a:r>
            <a:endParaRPr lang="en-US" sz="1500" b="1" dirty="0"/>
          </a:p>
        </p:txBody>
      </p:sp>
    </p:spTree>
    <p:extLst>
      <p:ext uri="{BB962C8B-B14F-4D97-AF65-F5344CB8AC3E}">
        <p14:creationId xmlns:p14="http://schemas.microsoft.com/office/powerpoint/2010/main" val="22273115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6E140-FE6F-887C-B022-3A84AE3B035B}"/>
              </a:ext>
            </a:extLst>
          </p:cNvPr>
          <p:cNvSpPr>
            <a:spLocks noGrp="1"/>
          </p:cNvSpPr>
          <p:nvPr>
            <p:ph type="title"/>
          </p:nvPr>
        </p:nvSpPr>
        <p:spPr>
          <a:xfrm>
            <a:off x="371475" y="333375"/>
            <a:ext cx="11449050" cy="639843"/>
          </a:xfrm>
        </p:spPr>
        <p:txBody>
          <a:bodyPr/>
          <a:lstStyle/>
          <a:p>
            <a:r>
              <a:rPr lang="en-US" sz="3200"/>
              <a:t>Dataflow &amp; Types</a:t>
            </a:r>
          </a:p>
        </p:txBody>
      </p:sp>
      <p:graphicFrame>
        <p:nvGraphicFramePr>
          <p:cNvPr id="3" name="Table 2">
            <a:extLst>
              <a:ext uri="{FF2B5EF4-FFF2-40B4-BE49-F238E27FC236}">
                <a16:creationId xmlns:a16="http://schemas.microsoft.com/office/drawing/2014/main" id="{54988991-153A-7E4E-500C-A9CFD0D850D8}"/>
              </a:ext>
            </a:extLst>
          </p:cNvPr>
          <p:cNvGraphicFramePr>
            <a:graphicFrameLocks noGrp="1"/>
          </p:cNvGraphicFramePr>
          <p:nvPr>
            <p:extLst>
              <p:ext uri="{D42A27DB-BD31-4B8C-83A1-F6EECF244321}">
                <p14:modId xmlns:p14="http://schemas.microsoft.com/office/powerpoint/2010/main" val="2449228429"/>
              </p:ext>
            </p:extLst>
          </p:nvPr>
        </p:nvGraphicFramePr>
        <p:xfrm>
          <a:off x="825877" y="973218"/>
          <a:ext cx="10540236" cy="5155364"/>
        </p:xfrm>
        <a:graphic>
          <a:graphicData uri="http://schemas.openxmlformats.org/drawingml/2006/table">
            <a:tbl>
              <a:tblPr firstRow="1" bandRow="1">
                <a:tableStyleId>{5C22544A-7EE6-4342-B048-85BDC9FD1C3A}</a:tableStyleId>
              </a:tblPr>
              <a:tblGrid>
                <a:gridCol w="1573160">
                  <a:extLst>
                    <a:ext uri="{9D8B030D-6E8A-4147-A177-3AD203B41FA5}">
                      <a16:colId xmlns:a16="http://schemas.microsoft.com/office/drawing/2014/main" val="2551147720"/>
                    </a:ext>
                  </a:extLst>
                </a:gridCol>
                <a:gridCol w="2249129">
                  <a:extLst>
                    <a:ext uri="{9D8B030D-6E8A-4147-A177-3AD203B41FA5}">
                      <a16:colId xmlns:a16="http://schemas.microsoft.com/office/drawing/2014/main" val="3268163335"/>
                    </a:ext>
                  </a:extLst>
                </a:gridCol>
                <a:gridCol w="2320193">
                  <a:extLst>
                    <a:ext uri="{9D8B030D-6E8A-4147-A177-3AD203B41FA5}">
                      <a16:colId xmlns:a16="http://schemas.microsoft.com/office/drawing/2014/main" val="4112455364"/>
                    </a:ext>
                  </a:extLst>
                </a:gridCol>
                <a:gridCol w="2175641">
                  <a:extLst>
                    <a:ext uri="{9D8B030D-6E8A-4147-A177-3AD203B41FA5}">
                      <a16:colId xmlns:a16="http://schemas.microsoft.com/office/drawing/2014/main" val="887218137"/>
                    </a:ext>
                  </a:extLst>
                </a:gridCol>
                <a:gridCol w="2222113">
                  <a:extLst>
                    <a:ext uri="{9D8B030D-6E8A-4147-A177-3AD203B41FA5}">
                      <a16:colId xmlns:a16="http://schemas.microsoft.com/office/drawing/2014/main" val="1418325986"/>
                    </a:ext>
                  </a:extLst>
                </a:gridCol>
              </a:tblGrid>
              <a:tr h="1000092">
                <a:tc>
                  <a:txBody>
                    <a:bodyPr/>
                    <a:lstStyle/>
                    <a:p>
                      <a:pPr lvl="0" algn="ctr">
                        <a:lnSpc>
                          <a:spcPct val="150000"/>
                        </a:lnSpc>
                        <a:buNone/>
                      </a:pPr>
                      <a:br>
                        <a:rPr lang="en-US" sz="1200">
                          <a:solidFill>
                            <a:srgbClr val="070F26"/>
                          </a:solidFill>
                        </a:rPr>
                      </a:br>
                      <a:r>
                        <a:rPr lang="en-US" sz="1200">
                          <a:solidFill>
                            <a:schemeClr val="bg1"/>
                          </a:solidFill>
                        </a:rPr>
                        <a:t>Stage</a:t>
                      </a:r>
                    </a:p>
                  </a:txBody>
                  <a:tcPr>
                    <a:lnL w="12700">
                      <a:solidFill>
                        <a:schemeClr val="tx1"/>
                      </a:solidFill>
                    </a:lnL>
                    <a:lnR w="12700">
                      <a:solidFill>
                        <a:schemeClr val="tx1"/>
                      </a:solidFill>
                    </a:lnR>
                    <a:lnT w="12700">
                      <a:solidFill>
                        <a:schemeClr val="tx1"/>
                      </a:solidFill>
                    </a:lnT>
                    <a:lnB w="12700">
                      <a:solidFill>
                        <a:schemeClr val="tx1"/>
                      </a:solidFill>
                    </a:lnB>
                    <a:solidFill>
                      <a:schemeClr val="bg2">
                        <a:lumMod val="60000"/>
                        <a:lumOff val="40000"/>
                      </a:schemeClr>
                    </a:solidFill>
                  </a:tcPr>
                </a:tc>
                <a:tc>
                  <a:txBody>
                    <a:bodyPr/>
                    <a:lstStyle/>
                    <a:p>
                      <a:pPr lvl="0" algn="ctr">
                        <a:lnSpc>
                          <a:spcPct val="150000"/>
                        </a:lnSpc>
                        <a:buNone/>
                      </a:pPr>
                      <a:br>
                        <a:rPr lang="en-US" sz="1200"/>
                      </a:br>
                      <a:r>
                        <a:rPr lang="en-US" sz="1200"/>
                        <a:t>Input</a:t>
                      </a:r>
                    </a:p>
                  </a:txBody>
                  <a:tcPr>
                    <a:lnL w="12700" cap="flat" cmpd="sng" algn="ctr">
                      <a:solidFill>
                        <a:schemeClr val="tx1"/>
                      </a:solidFill>
                      <a:prstDash val="solid"/>
                      <a:round/>
                      <a:headEnd type="none" w="med" len="med"/>
                      <a:tailEnd type="none" w="med" len="med"/>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2">
                        <a:lumMod val="60000"/>
                        <a:lumOff val="40000"/>
                      </a:schemeClr>
                    </a:solidFill>
                  </a:tcPr>
                </a:tc>
                <a:tc>
                  <a:txBody>
                    <a:bodyPr/>
                    <a:lstStyle/>
                    <a:p>
                      <a:pPr lvl="0" algn="ctr">
                        <a:lnSpc>
                          <a:spcPct val="150000"/>
                        </a:lnSpc>
                        <a:buNone/>
                      </a:pPr>
                      <a:br>
                        <a:rPr lang="en-US" sz="1200"/>
                      </a:br>
                      <a:r>
                        <a:rPr lang="en-US" sz="1200"/>
                        <a:t>Processing</a:t>
                      </a:r>
                    </a:p>
                  </a:txBody>
                  <a:tcPr>
                    <a:lnL w="12700">
                      <a:solidFill>
                        <a:schemeClr val="tx1"/>
                      </a:solidFill>
                    </a:lnL>
                    <a:lnR w="12700">
                      <a:solidFill>
                        <a:schemeClr val="tx1"/>
                      </a:solidFill>
                    </a:lnR>
                    <a:lnT w="12700">
                      <a:solidFill>
                        <a:schemeClr val="tx1"/>
                      </a:solidFill>
                    </a:lnT>
                    <a:lnB w="12700">
                      <a:solidFill>
                        <a:schemeClr val="tx1"/>
                      </a:solidFill>
                    </a:lnB>
                    <a:solidFill>
                      <a:schemeClr val="bg2">
                        <a:lumMod val="60000"/>
                        <a:lumOff val="40000"/>
                      </a:schemeClr>
                    </a:solidFill>
                  </a:tcPr>
                </a:tc>
                <a:tc>
                  <a:txBody>
                    <a:bodyPr/>
                    <a:lstStyle/>
                    <a:p>
                      <a:pPr lvl="0" algn="ctr">
                        <a:lnSpc>
                          <a:spcPct val="150000"/>
                        </a:lnSpc>
                        <a:buNone/>
                      </a:pPr>
                      <a:br>
                        <a:rPr lang="en-US" sz="1200"/>
                      </a:br>
                      <a:r>
                        <a:rPr lang="en-US" sz="1200"/>
                        <a:t>AI</a:t>
                      </a:r>
                    </a:p>
                    <a:p>
                      <a:pPr lvl="0" algn="ctr">
                        <a:lnSpc>
                          <a:spcPct val="150000"/>
                        </a:lnSpc>
                        <a:buNone/>
                      </a:pPr>
                      <a:endParaRPr lang="en-US" sz="1200"/>
                    </a:p>
                  </a:txBody>
                  <a:tcPr>
                    <a:lnL w="12700">
                      <a:solidFill>
                        <a:schemeClr val="tx1"/>
                      </a:solidFill>
                    </a:lnL>
                    <a:lnR w="12700">
                      <a:solidFill>
                        <a:schemeClr val="tx1"/>
                      </a:solidFill>
                    </a:lnR>
                    <a:lnT w="12700">
                      <a:solidFill>
                        <a:schemeClr val="tx1"/>
                      </a:solidFill>
                    </a:lnT>
                    <a:lnB w="12700">
                      <a:solidFill>
                        <a:schemeClr val="tx1"/>
                      </a:solidFill>
                    </a:lnB>
                    <a:solidFill>
                      <a:schemeClr val="bg2">
                        <a:lumMod val="60000"/>
                        <a:lumOff val="40000"/>
                      </a:schemeClr>
                    </a:solidFill>
                  </a:tcPr>
                </a:tc>
                <a:tc>
                  <a:txBody>
                    <a:bodyPr/>
                    <a:lstStyle/>
                    <a:p>
                      <a:pPr lvl="0" algn="ctr">
                        <a:lnSpc>
                          <a:spcPct val="150000"/>
                        </a:lnSpc>
                        <a:buNone/>
                      </a:pPr>
                      <a:br>
                        <a:rPr lang="en-US" sz="1200"/>
                      </a:br>
                      <a:r>
                        <a:rPr lang="en-US" sz="1200"/>
                        <a:t>Output</a:t>
                      </a:r>
                    </a:p>
                  </a:txBody>
                  <a:tcPr>
                    <a:lnL w="12700">
                      <a:solidFill>
                        <a:schemeClr val="tx1"/>
                      </a:solidFill>
                    </a:lnL>
                    <a:lnR w="12700">
                      <a:solidFill>
                        <a:schemeClr val="tx1"/>
                      </a:solidFill>
                    </a:lnR>
                    <a:lnT w="12700">
                      <a:solidFill>
                        <a:schemeClr val="tx1"/>
                      </a:solidFill>
                    </a:lnT>
                    <a:lnB w="12700">
                      <a:solidFill>
                        <a:schemeClr val="tx1"/>
                      </a:solidFill>
                    </a:lnB>
                    <a:solidFill>
                      <a:schemeClr val="bg2">
                        <a:lumMod val="60000"/>
                        <a:lumOff val="40000"/>
                      </a:schemeClr>
                    </a:solidFill>
                  </a:tcPr>
                </a:tc>
                <a:extLst>
                  <a:ext uri="{0D108BD9-81ED-4DB2-BD59-A6C34878D82A}">
                    <a16:rowId xmlns:a16="http://schemas.microsoft.com/office/drawing/2014/main" val="1038360028"/>
                  </a:ext>
                </a:extLst>
              </a:tr>
              <a:tr h="963564">
                <a:tc>
                  <a:txBody>
                    <a:bodyPr/>
                    <a:lstStyle/>
                    <a:p>
                      <a:pPr lvl="0" algn="ctr">
                        <a:lnSpc>
                          <a:spcPct val="100000"/>
                        </a:lnSpc>
                        <a:buNone/>
                      </a:pPr>
                      <a:br>
                        <a:rPr lang="en-US" sz="1200" b="0">
                          <a:solidFill>
                            <a:srgbClr val="070F26"/>
                          </a:solidFill>
                        </a:rPr>
                      </a:br>
                      <a:br>
                        <a:rPr lang="en-US" sz="1200" b="0">
                          <a:solidFill>
                            <a:srgbClr val="070F26"/>
                          </a:solidFill>
                        </a:rPr>
                      </a:br>
                      <a:r>
                        <a:rPr lang="en-US" sz="1200" b="1">
                          <a:solidFill>
                            <a:schemeClr val="bg1"/>
                          </a:solidFill>
                        </a:rPr>
                        <a:t>Storage Location</a:t>
                      </a:r>
                    </a:p>
                  </a:txBody>
                  <a:tcPr>
                    <a:lnL w="12700">
                      <a:solidFill>
                        <a:schemeClr val="tx1"/>
                      </a:solidFill>
                    </a:lnL>
                    <a:lnR w="12700">
                      <a:solidFill>
                        <a:schemeClr val="tx1"/>
                      </a:solidFill>
                    </a:lnR>
                    <a:lnT w="12700">
                      <a:solidFill>
                        <a:schemeClr val="tx1"/>
                      </a:solidFill>
                    </a:lnT>
                    <a:lnB w="12700">
                      <a:solidFill>
                        <a:schemeClr val="tx1"/>
                      </a:solidFill>
                    </a:lnB>
                    <a:solidFill>
                      <a:schemeClr val="bg2">
                        <a:lumMod val="60000"/>
                        <a:lumOff val="40000"/>
                      </a:schemeClr>
                    </a:solidFill>
                  </a:tcPr>
                </a:tc>
                <a:tc>
                  <a:txBody>
                    <a:bodyPr/>
                    <a:lstStyle/>
                    <a:p>
                      <a:pPr algn="ctr">
                        <a:lnSpc>
                          <a:spcPct val="100000"/>
                        </a:lnSpc>
                      </a:pPr>
                      <a:br>
                        <a:rPr lang="en-US" sz="1200" dirty="0">
                          <a:solidFill>
                            <a:srgbClr val="070F26"/>
                          </a:solidFill>
                        </a:rPr>
                      </a:br>
                      <a:r>
                        <a:rPr lang="en-US" sz="1200" dirty="0">
                          <a:solidFill>
                            <a:schemeClr val="bg1"/>
                          </a:solidFill>
                        </a:rPr>
                        <a:t>Browser Cache</a:t>
                      </a:r>
                    </a:p>
                  </a:txBody>
                  <a:tcP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br>
                        <a:rPr lang="en-US" sz="1200" dirty="0">
                          <a:solidFill>
                            <a:srgbClr val="070F26"/>
                          </a:solidFill>
                        </a:rPr>
                      </a:br>
                      <a:r>
                        <a:rPr lang="en-IN" sz="1200" b="0" dirty="0">
                          <a:solidFill>
                            <a:schemeClr val="bg1"/>
                          </a:solidFill>
                        </a:rPr>
                        <a:t>Azure Web App</a:t>
                      </a:r>
                      <a:endParaRPr lang="en-US" sz="1200" b="0" dirty="0">
                        <a:solidFill>
                          <a:schemeClr val="bg1"/>
                        </a:solidFill>
                      </a:endParaRP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lnSpc>
                          <a:spcPct val="100000"/>
                        </a:lnSpc>
                      </a:pPr>
                      <a:br>
                        <a:rPr lang="en-US" sz="1200" dirty="0">
                          <a:solidFill>
                            <a:srgbClr val="070F26"/>
                          </a:solidFill>
                        </a:rPr>
                      </a:br>
                      <a:r>
                        <a:rPr lang="en-IN" sz="1200" dirty="0">
                          <a:solidFill>
                            <a:schemeClr val="bg1"/>
                          </a:solidFill>
                        </a:rPr>
                        <a:t>Azure OpenAI Service + Policy Vector DB</a:t>
                      </a:r>
                      <a:endParaRPr lang="en-US" sz="1200" dirty="0">
                        <a:solidFill>
                          <a:schemeClr val="bg1"/>
                        </a:solidFill>
                      </a:endParaRP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lnSpc>
                          <a:spcPct val="100000"/>
                        </a:lnSpc>
                      </a:pPr>
                      <a:br>
                        <a:rPr lang="en-US" sz="1200" dirty="0">
                          <a:solidFill>
                            <a:srgbClr val="070F26"/>
                          </a:solidFill>
                        </a:rPr>
                      </a:br>
                      <a:r>
                        <a:rPr lang="en-IN" sz="1200" dirty="0">
                          <a:solidFill>
                            <a:schemeClr val="bg1"/>
                          </a:solidFill>
                        </a:rPr>
                        <a:t>Azure Web App + Audit Database</a:t>
                      </a:r>
                      <a:endParaRPr lang="en-US" sz="1200" dirty="0">
                        <a:solidFill>
                          <a:schemeClr val="bg1"/>
                        </a:solidFill>
                      </a:endParaRPr>
                    </a:p>
                  </a:txBody>
                  <a:tcP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2248856645"/>
                  </a:ext>
                </a:extLst>
              </a:tr>
              <a:tr h="909483">
                <a:tc>
                  <a:txBody>
                    <a:bodyPr/>
                    <a:lstStyle/>
                    <a:p>
                      <a:pPr lvl="0" algn="ctr">
                        <a:lnSpc>
                          <a:spcPct val="150000"/>
                        </a:lnSpc>
                        <a:buNone/>
                      </a:pPr>
                      <a:br>
                        <a:rPr lang="en-US" sz="1200" b="0">
                          <a:solidFill>
                            <a:srgbClr val="FFFFFF"/>
                          </a:solidFill>
                        </a:rPr>
                      </a:br>
                      <a:r>
                        <a:rPr lang="en-US" sz="1200" b="1">
                          <a:solidFill>
                            <a:schemeClr val="bg1"/>
                          </a:solidFill>
                        </a:rPr>
                        <a:t>Access</a:t>
                      </a:r>
                    </a:p>
                    <a:p>
                      <a:pPr lvl="0" algn="ctr">
                        <a:lnSpc>
                          <a:spcPct val="100000"/>
                        </a:lnSpc>
                        <a:buNone/>
                      </a:pPr>
                      <a:endParaRPr lang="en-US" sz="1200"/>
                    </a:p>
                  </a:txBody>
                  <a:tcPr>
                    <a:lnL w="12700">
                      <a:solidFill>
                        <a:schemeClr val="tx1"/>
                      </a:solidFill>
                    </a:lnL>
                    <a:lnR w="12700">
                      <a:solidFill>
                        <a:schemeClr val="tx1"/>
                      </a:solidFill>
                    </a:lnR>
                    <a:lnT w="12700">
                      <a:solidFill>
                        <a:schemeClr val="tx1"/>
                      </a:solidFill>
                    </a:lnT>
                    <a:lnB w="12700">
                      <a:solidFill>
                        <a:schemeClr val="tx1"/>
                      </a:solidFill>
                    </a:lnB>
                    <a:solidFill>
                      <a:schemeClr val="bg2">
                        <a:lumMod val="60000"/>
                        <a:lumOff val="40000"/>
                      </a:schemeClr>
                    </a:solidFill>
                  </a:tcPr>
                </a:tc>
                <a:tc>
                  <a:txBody>
                    <a:bodyPr/>
                    <a:lstStyle/>
                    <a:p>
                      <a:pPr algn="ctr">
                        <a:lnSpc>
                          <a:spcPct val="150000"/>
                        </a:lnSpc>
                      </a:pPr>
                      <a:br>
                        <a:rPr lang="en-US" sz="1200">
                          <a:solidFill>
                            <a:srgbClr val="070F26"/>
                          </a:solidFill>
                        </a:rPr>
                      </a:br>
                      <a:r>
                        <a:rPr lang="en-US" sz="1200">
                          <a:solidFill>
                            <a:schemeClr val="bg1"/>
                          </a:solidFill>
                        </a:rPr>
                        <a:t>On-request</a:t>
                      </a:r>
                    </a:p>
                  </a:txBody>
                  <a:tcP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pPr>
                      <a:br>
                        <a:rPr lang="en-US" sz="1200" dirty="0">
                          <a:solidFill>
                            <a:srgbClr val="070F26"/>
                          </a:solidFill>
                        </a:rPr>
                      </a:br>
                      <a:r>
                        <a:rPr lang="en-US" sz="1200" dirty="0">
                          <a:solidFill>
                            <a:schemeClr val="bg1"/>
                          </a:solidFill>
                        </a:rPr>
                        <a:t>On-request</a:t>
                      </a: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lnSpc>
                          <a:spcPct val="150000"/>
                        </a:lnSpc>
                      </a:pPr>
                      <a:br>
                        <a:rPr lang="en-US" sz="1200">
                          <a:solidFill>
                            <a:srgbClr val="070F26"/>
                          </a:solidFill>
                        </a:rPr>
                      </a:br>
                      <a:r>
                        <a:rPr lang="en-US" sz="1200">
                          <a:solidFill>
                            <a:schemeClr val="bg1"/>
                          </a:solidFill>
                        </a:rPr>
                        <a:t>On-request</a:t>
                      </a: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lnSpc>
                          <a:spcPct val="150000"/>
                        </a:lnSpc>
                      </a:pPr>
                      <a:br>
                        <a:rPr lang="en-US" sz="1200">
                          <a:solidFill>
                            <a:srgbClr val="070F26"/>
                          </a:solidFill>
                        </a:rPr>
                      </a:br>
                      <a:r>
                        <a:rPr lang="en-US" sz="1200">
                          <a:solidFill>
                            <a:schemeClr val="bg1"/>
                          </a:solidFill>
                        </a:rPr>
                        <a:t>On-request</a:t>
                      </a:r>
                    </a:p>
                  </a:txBody>
                  <a:tcP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588804885"/>
                  </a:ext>
                </a:extLst>
              </a:tr>
              <a:tr h="1093505">
                <a:tc>
                  <a:txBody>
                    <a:bodyPr/>
                    <a:lstStyle/>
                    <a:p>
                      <a:pPr lvl="0" algn="ctr">
                        <a:lnSpc>
                          <a:spcPct val="100000"/>
                        </a:lnSpc>
                        <a:buNone/>
                      </a:pPr>
                      <a:br>
                        <a:rPr lang="en-US" sz="1200" b="1">
                          <a:solidFill>
                            <a:srgbClr val="070F26"/>
                          </a:solidFill>
                        </a:rPr>
                      </a:br>
                      <a:br>
                        <a:rPr lang="en-US" sz="1200" b="1">
                          <a:solidFill>
                            <a:srgbClr val="070F26"/>
                          </a:solidFill>
                        </a:rPr>
                      </a:br>
                      <a:br>
                        <a:rPr lang="en-US" sz="1200" b="1">
                          <a:solidFill>
                            <a:srgbClr val="070F26"/>
                          </a:solidFill>
                        </a:rPr>
                      </a:br>
                      <a:r>
                        <a:rPr lang="en-US" sz="1200" b="1">
                          <a:solidFill>
                            <a:schemeClr val="bg1"/>
                          </a:solidFill>
                        </a:rPr>
                        <a:t>Data Type</a:t>
                      </a:r>
                    </a:p>
                  </a:txBody>
                  <a:tcP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chemeClr val="bg2">
                        <a:lumMod val="60000"/>
                        <a:lumOff val="40000"/>
                      </a:schemeClr>
                    </a:solidFill>
                  </a:tcPr>
                </a:tc>
                <a:tc>
                  <a:txBody>
                    <a:bodyPr/>
                    <a:lstStyle/>
                    <a:p>
                      <a:pPr algn="ctr">
                        <a:lnSpc>
                          <a:spcPct val="100000"/>
                        </a:lnSpc>
                      </a:pPr>
                      <a:br>
                        <a:rPr lang="en-US" sz="1200" dirty="0">
                          <a:solidFill>
                            <a:srgbClr val="070F26"/>
                          </a:solidFill>
                        </a:rPr>
                      </a:br>
                      <a:br>
                        <a:rPr lang="en-US" sz="1200" dirty="0">
                          <a:solidFill>
                            <a:schemeClr val="bg1"/>
                          </a:solidFill>
                        </a:rPr>
                      </a:br>
                      <a:r>
                        <a:rPr lang="en-US" sz="1200" dirty="0">
                          <a:solidFill>
                            <a:schemeClr val="bg1"/>
                          </a:solidFill>
                        </a:rPr>
                        <a:t>User task description (may include internal business context)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br>
                        <a:rPr lang="en-US" sz="1200" dirty="0">
                          <a:solidFill>
                            <a:srgbClr val="070F26"/>
                          </a:solidFill>
                        </a:rPr>
                      </a:br>
                      <a:br>
                        <a:rPr lang="en-US" sz="1200" dirty="0">
                          <a:solidFill>
                            <a:srgbClr val="070F26"/>
                          </a:solidFill>
                        </a:rPr>
                      </a:br>
                      <a:r>
                        <a:rPr lang="en-US" sz="1200" dirty="0">
                          <a:solidFill>
                            <a:schemeClr val="bg1"/>
                          </a:solidFill>
                        </a:rPr>
                        <a:t>Intent classification, policy retrieval, tool matching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tcPr>
                </a:tc>
                <a:tc>
                  <a:txBody>
                    <a:bodyPr/>
                    <a:lstStyle/>
                    <a:p>
                      <a:pPr marL="0" marR="0" lvl="0" indent="0" algn="ctr">
                        <a:lnSpc>
                          <a:spcPct val="100000"/>
                        </a:lnSpc>
                        <a:spcBef>
                          <a:spcPts val="0"/>
                        </a:spcBef>
                        <a:spcAft>
                          <a:spcPts val="0"/>
                        </a:spcAft>
                        <a:buNone/>
                      </a:pPr>
                      <a:br>
                        <a:rPr lang="en-US" sz="1200" dirty="0">
                          <a:solidFill>
                            <a:srgbClr val="070F26"/>
                          </a:solidFill>
                        </a:rPr>
                      </a:br>
                      <a:br>
                        <a:rPr lang="en-US" sz="1200" dirty="0">
                          <a:solidFill>
                            <a:srgbClr val="070F26"/>
                          </a:solidFill>
                        </a:rPr>
                      </a:br>
                      <a:r>
                        <a:rPr lang="en-US" sz="1200" dirty="0">
                          <a:solidFill>
                            <a:schemeClr val="bg1"/>
                          </a:solidFill>
                        </a:rPr>
                        <a:t>LLM-based prompt generation (no model training on user data)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tcPr>
                </a:tc>
                <a:tc>
                  <a:txBody>
                    <a:bodyPr/>
                    <a:lstStyle/>
                    <a:p>
                      <a:pPr algn="ctr">
                        <a:lnSpc>
                          <a:spcPct val="100000"/>
                        </a:lnSpc>
                      </a:pPr>
                      <a:br>
                        <a:rPr lang="en-US" sz="1200" dirty="0">
                          <a:solidFill>
                            <a:srgbClr val="070F26"/>
                          </a:solidFill>
                        </a:rPr>
                      </a:br>
                      <a:br>
                        <a:rPr lang="en-US" sz="1200" dirty="0">
                          <a:solidFill>
                            <a:srgbClr val="070F26"/>
                          </a:solidFill>
                        </a:rPr>
                      </a:br>
                      <a:r>
                        <a:rPr lang="en-IN" sz="1200" dirty="0">
                          <a:solidFill>
                            <a:schemeClr val="bg1"/>
                          </a:solidFill>
                        </a:rPr>
                        <a:t>CORLO prompt, tool recommendation, compliance status</a:t>
                      </a:r>
                      <a:endParaRPr lang="en-US" sz="1200" dirty="0">
                        <a:solidFill>
                          <a:schemeClr val="bg1"/>
                        </a:solidFill>
                      </a:endParaRPr>
                    </a:p>
                  </a:txBody>
                  <a:tcPr>
                    <a:lnL w="12700" cap="flat" cmpd="sng" algn="ctr">
                      <a:solidFill>
                        <a:schemeClr val="tx1"/>
                      </a:solidFill>
                      <a:prstDash val="solid"/>
                      <a:round/>
                      <a:headEnd type="none" w="med" len="med"/>
                      <a:tailEnd type="none" w="med" len="med"/>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08963092"/>
                  </a:ext>
                </a:extLst>
              </a:tr>
              <a:tr h="1093143">
                <a:tc>
                  <a:txBody>
                    <a:bodyPr/>
                    <a:lstStyle/>
                    <a:p>
                      <a:pPr lvl="0" algn="ctr">
                        <a:lnSpc>
                          <a:spcPct val="100000"/>
                        </a:lnSpc>
                        <a:buNone/>
                      </a:pPr>
                      <a:br>
                        <a:rPr lang="en-US" sz="1200" b="0">
                          <a:solidFill>
                            <a:srgbClr val="FFFFFF"/>
                          </a:solidFill>
                        </a:rPr>
                      </a:br>
                      <a:br>
                        <a:rPr lang="en-US" sz="1200" b="0">
                          <a:solidFill>
                            <a:srgbClr val="FFFFFF"/>
                          </a:solidFill>
                        </a:rPr>
                      </a:br>
                      <a:r>
                        <a:rPr lang="en-US" sz="1200" b="1">
                          <a:solidFill>
                            <a:schemeClr val="bg1"/>
                          </a:solidFill>
                        </a:rPr>
                        <a:t>Description</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2">
                        <a:lumMod val="60000"/>
                        <a:lumOff val="40000"/>
                      </a:schemeClr>
                    </a:solidFill>
                  </a:tcPr>
                </a:tc>
                <a:tc>
                  <a:txBody>
                    <a:bodyPr/>
                    <a:lstStyle/>
                    <a:p>
                      <a:pPr algn="ctr">
                        <a:lnSpc>
                          <a:spcPct val="100000"/>
                        </a:lnSpc>
                      </a:pPr>
                      <a:br>
                        <a:rPr lang="en-US" sz="1200" dirty="0">
                          <a:solidFill>
                            <a:srgbClr val="070F26"/>
                          </a:solidFill>
                        </a:rPr>
                      </a:br>
                      <a:r>
                        <a:rPr lang="en-US" sz="1200" dirty="0">
                          <a:solidFill>
                            <a:schemeClr val="bg1"/>
                          </a:solidFill>
                        </a:rPr>
                        <a:t>User submits a task or AI-related query through the web interface.</a:t>
                      </a:r>
                    </a:p>
                  </a:txBody>
                  <a:tcP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br>
                        <a:rPr lang="en-US" sz="1200" dirty="0">
                          <a:solidFill>
                            <a:schemeClr val="bg1"/>
                          </a:solidFill>
                        </a:rPr>
                      </a:br>
                      <a:r>
                        <a:rPr lang="en-US" sz="1200" dirty="0">
                          <a:solidFill>
                            <a:schemeClr val="bg1"/>
                          </a:solidFill>
                        </a:rPr>
                        <a:t>Backend classifies intent, retrieves relevant governance policies, and matches approved enterprise tools from the registry.</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tcPr>
                </a:tc>
                <a:tc>
                  <a:txBody>
                    <a:bodyPr/>
                    <a:lstStyle/>
                    <a:p>
                      <a:pPr lvl="0" algn="ctr">
                        <a:lnSpc>
                          <a:spcPct val="100000"/>
                        </a:lnSpc>
                        <a:spcBef>
                          <a:spcPts val="0"/>
                        </a:spcBef>
                        <a:spcAft>
                          <a:spcPts val="0"/>
                        </a:spcAft>
                        <a:buNone/>
                      </a:pPr>
                      <a:endParaRPr lang="en-US" sz="1200" dirty="0">
                        <a:solidFill>
                          <a:schemeClr val="bg1"/>
                        </a:solidFill>
                      </a:endParaRPr>
                    </a:p>
                    <a:p>
                      <a:pPr lvl="0" algn="ctr">
                        <a:lnSpc>
                          <a:spcPct val="100000"/>
                        </a:lnSpc>
                        <a:spcBef>
                          <a:spcPts val="0"/>
                        </a:spcBef>
                        <a:spcAft>
                          <a:spcPts val="0"/>
                        </a:spcAft>
                        <a:buNone/>
                      </a:pPr>
                      <a:r>
                        <a:rPr lang="en-US" sz="1200" dirty="0">
                          <a:solidFill>
                            <a:schemeClr val="bg1"/>
                          </a:solidFill>
                        </a:rPr>
                        <a:t>Azure OpenAI generates a structured CORLO prompt aligned with policies and enterprise guardrails.</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tcPr>
                </a:tc>
                <a:tc>
                  <a:txBody>
                    <a:bodyPr/>
                    <a:lstStyle/>
                    <a:p>
                      <a:pPr algn="ctr">
                        <a:lnSpc>
                          <a:spcPct val="100000"/>
                        </a:lnSpc>
                      </a:pPr>
                      <a:br>
                        <a:rPr lang="en-US" sz="1200" dirty="0">
                          <a:solidFill>
                            <a:schemeClr val="bg1"/>
                          </a:solidFill>
                        </a:rPr>
                      </a:br>
                      <a:r>
                        <a:rPr lang="en-US" sz="1200" dirty="0">
                          <a:solidFill>
                            <a:schemeClr val="bg1"/>
                          </a:solidFill>
                        </a:rPr>
                        <a:t>The system returns the recommended AI tool, structured prompt, applied policies, and compliance guidance to the user.</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44870047"/>
                  </a:ext>
                </a:extLst>
              </a:tr>
            </a:tbl>
          </a:graphicData>
        </a:graphic>
      </p:graphicFrame>
    </p:spTree>
    <p:extLst>
      <p:ext uri="{BB962C8B-B14F-4D97-AF65-F5344CB8AC3E}">
        <p14:creationId xmlns:p14="http://schemas.microsoft.com/office/powerpoint/2010/main" val="19906205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D3DF7-62C9-57B4-304C-CEDD6FE94359}"/>
              </a:ext>
            </a:extLst>
          </p:cNvPr>
          <p:cNvSpPr>
            <a:spLocks noGrp="1"/>
          </p:cNvSpPr>
          <p:nvPr>
            <p:ph type="title"/>
          </p:nvPr>
        </p:nvSpPr>
        <p:spPr>
          <a:xfrm>
            <a:off x="371474" y="333375"/>
            <a:ext cx="11449050" cy="443198"/>
          </a:xfrm>
        </p:spPr>
        <p:txBody>
          <a:bodyPr/>
          <a:lstStyle/>
          <a:p>
            <a:r>
              <a:rPr lang="en-US" sz="3200"/>
              <a:t>Architecture – LLM Based</a:t>
            </a:r>
          </a:p>
        </p:txBody>
      </p:sp>
      <p:sp>
        <p:nvSpPr>
          <p:cNvPr id="7" name="Footer Placeholder 2">
            <a:extLst>
              <a:ext uri="{FF2B5EF4-FFF2-40B4-BE49-F238E27FC236}">
                <a16:creationId xmlns:a16="http://schemas.microsoft.com/office/drawing/2014/main" id="{6BFB16B0-D983-6FF2-8A42-87BCE7943248}"/>
              </a:ext>
            </a:extLst>
          </p:cNvPr>
          <p:cNvSpPr>
            <a:spLocks noGrp="1" noChangeAspect="1"/>
          </p:cNvSpPr>
          <p:nvPr>
            <p:ph type="ftr" sz="quarter" idx="3"/>
          </p:nvPr>
        </p:nvSpPr>
        <p:spPr bwMode="gray">
          <a:xfrm>
            <a:off x="371475" y="6563358"/>
            <a:ext cx="4852035" cy="88901"/>
          </a:xfrm>
        </p:spPr>
        <p:txBody>
          <a:bodyPr/>
          <a:lstStyle/>
          <a:p>
            <a:r>
              <a:rPr lang="en-US"/>
              <a:t>© 2025 NTT DATA Business Solutions</a:t>
            </a:r>
          </a:p>
        </p:txBody>
      </p:sp>
      <p:sp>
        <p:nvSpPr>
          <p:cNvPr id="8" name="Slide Number Placeholder 3">
            <a:extLst>
              <a:ext uri="{FF2B5EF4-FFF2-40B4-BE49-F238E27FC236}">
                <a16:creationId xmlns:a16="http://schemas.microsoft.com/office/drawing/2014/main" id="{69B0E1EF-40F1-BC11-682D-BC3624A7D083}"/>
              </a:ext>
            </a:extLst>
          </p:cNvPr>
          <p:cNvSpPr>
            <a:spLocks noGrp="1" noChangeAspect="1"/>
          </p:cNvSpPr>
          <p:nvPr>
            <p:ph type="sldNum" sz="quarter" idx="4"/>
          </p:nvPr>
        </p:nvSpPr>
        <p:spPr bwMode="gray">
          <a:xfrm>
            <a:off x="5943600" y="6563358"/>
            <a:ext cx="304800" cy="88901"/>
          </a:xfrm>
        </p:spPr>
        <p:txBody>
          <a:bodyPr/>
          <a:lstStyle/>
          <a:p>
            <a:fld id="{13CE6DAF-806F-404B-BC68-339BFCB57E5C}" type="slidenum">
              <a:rPr lang="en-US" smtClean="0"/>
              <a:pPr/>
              <a:t>5</a:t>
            </a:fld>
            <a:endParaRPr lang="en-US"/>
          </a:p>
        </p:txBody>
      </p:sp>
      <p:pic>
        <p:nvPicPr>
          <p:cNvPr id="9" name="Picture 8">
            <a:extLst>
              <a:ext uri="{FF2B5EF4-FFF2-40B4-BE49-F238E27FC236}">
                <a16:creationId xmlns:a16="http://schemas.microsoft.com/office/drawing/2014/main" id="{5C54E4E7-18BD-9C71-A573-8CDE6E7FC25F}"/>
              </a:ext>
            </a:extLst>
          </p:cNvPr>
          <p:cNvPicPr>
            <a:picLocks noChangeAspect="1"/>
          </p:cNvPicPr>
          <p:nvPr/>
        </p:nvPicPr>
        <p:blipFill>
          <a:blip r:embed="rId2"/>
          <a:stretch>
            <a:fillRect/>
          </a:stretch>
        </p:blipFill>
        <p:spPr>
          <a:xfrm>
            <a:off x="1556657" y="1110343"/>
            <a:ext cx="8588829" cy="4887686"/>
          </a:xfrm>
          <a:prstGeom prst="rect">
            <a:avLst/>
          </a:prstGeom>
        </p:spPr>
      </p:pic>
    </p:spTree>
    <p:extLst>
      <p:ext uri="{BB962C8B-B14F-4D97-AF65-F5344CB8AC3E}">
        <p14:creationId xmlns:p14="http://schemas.microsoft.com/office/powerpoint/2010/main" val="30931109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F7AEE-AB26-6CD7-B88E-0F00BFD22167}"/>
              </a:ext>
            </a:extLst>
          </p:cNvPr>
          <p:cNvSpPr>
            <a:spLocks noGrp="1"/>
          </p:cNvSpPr>
          <p:nvPr>
            <p:ph type="title"/>
          </p:nvPr>
        </p:nvSpPr>
        <p:spPr>
          <a:xfrm>
            <a:off x="371475" y="333375"/>
            <a:ext cx="11449050" cy="469854"/>
          </a:xfrm>
        </p:spPr>
        <p:txBody>
          <a:bodyPr/>
          <a:lstStyle/>
          <a:p>
            <a:r>
              <a:rPr lang="en-US" sz="3200"/>
              <a:t>Technicality</a:t>
            </a:r>
          </a:p>
        </p:txBody>
      </p:sp>
      <p:sp>
        <p:nvSpPr>
          <p:cNvPr id="3" name="Rectangle 2">
            <a:extLst>
              <a:ext uri="{FF2B5EF4-FFF2-40B4-BE49-F238E27FC236}">
                <a16:creationId xmlns:a16="http://schemas.microsoft.com/office/drawing/2014/main" id="{4B60CE0F-0DA9-B804-8D6C-311B064FCC13}"/>
              </a:ext>
            </a:extLst>
          </p:cNvPr>
          <p:cNvSpPr/>
          <p:nvPr/>
        </p:nvSpPr>
        <p:spPr>
          <a:xfrm>
            <a:off x="371475" y="3997779"/>
            <a:ext cx="1978023" cy="2369300"/>
          </a:xfrm>
          <a:prstGeom prst="rect">
            <a:avLst/>
          </a:prstGeom>
          <a:solidFill>
            <a:schemeClr val="tx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r>
              <a:rPr lang="en-US" sz="1200" dirty="0"/>
              <a:t>Fast API serves as the core backend of AI Navigator. It processes user inputs, manages API endpoints (run, refine, feedback, upload policies/tools), coordinates the orchestration workflow, and connects securely to Azure OpenAI. It also handles audit logging and stores interaction history for governance and traceability.</a:t>
            </a:r>
            <a:endParaRPr lang="en-US" sz="1200" dirty="0">
              <a:solidFill>
                <a:schemeClr val="bg1"/>
              </a:solidFill>
              <a:latin typeface="Arial"/>
              <a:cs typeface="Arial"/>
            </a:endParaRPr>
          </a:p>
        </p:txBody>
      </p:sp>
      <p:sp>
        <p:nvSpPr>
          <p:cNvPr id="7" name="Rounded Rectangle 6">
            <a:extLst>
              <a:ext uri="{FF2B5EF4-FFF2-40B4-BE49-F238E27FC236}">
                <a16:creationId xmlns:a16="http://schemas.microsoft.com/office/drawing/2014/main" id="{A4A03B6C-F234-68A2-9DBE-843B09F15CDB}"/>
              </a:ext>
            </a:extLst>
          </p:cNvPr>
          <p:cNvSpPr/>
          <p:nvPr/>
        </p:nvSpPr>
        <p:spPr>
          <a:xfrm>
            <a:off x="371473" y="850565"/>
            <a:ext cx="1978025" cy="469854"/>
          </a:xfrm>
          <a:prstGeom prst="roundRect">
            <a:avLst/>
          </a:prstGeom>
          <a:solidFill>
            <a:schemeClr val="bg2">
              <a:lumMod val="20000"/>
              <a:lumOff val="80000"/>
            </a:schemeClr>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lnSpc>
                <a:spcPct val="100000"/>
              </a:lnSpc>
            </a:pPr>
            <a:r>
              <a:rPr lang="en-IN" sz="1600" b="1" dirty="0"/>
              <a:t>Fast API</a:t>
            </a:r>
          </a:p>
          <a:p>
            <a:pPr algn="ctr">
              <a:lnSpc>
                <a:spcPct val="100000"/>
              </a:lnSpc>
            </a:pPr>
            <a:r>
              <a:rPr lang="en-IN" sz="1000" dirty="0"/>
              <a:t> (Backend Framework)</a:t>
            </a:r>
            <a:endParaRPr lang="en-US" sz="1000" b="1" dirty="0">
              <a:solidFill>
                <a:schemeClr val="bg1"/>
              </a:solidFill>
            </a:endParaRPr>
          </a:p>
        </p:txBody>
      </p:sp>
      <p:sp>
        <p:nvSpPr>
          <p:cNvPr id="9" name="Rounded Rectangle 8">
            <a:extLst>
              <a:ext uri="{FF2B5EF4-FFF2-40B4-BE49-F238E27FC236}">
                <a16:creationId xmlns:a16="http://schemas.microsoft.com/office/drawing/2014/main" id="{633F91EE-C2F1-681E-FB77-CEFD5F343D34}"/>
              </a:ext>
            </a:extLst>
          </p:cNvPr>
          <p:cNvSpPr/>
          <p:nvPr/>
        </p:nvSpPr>
        <p:spPr>
          <a:xfrm>
            <a:off x="7474744" y="852507"/>
            <a:ext cx="1978026" cy="469854"/>
          </a:xfrm>
          <a:prstGeom prst="roundRect">
            <a:avLst/>
          </a:prstGeom>
          <a:solidFill>
            <a:schemeClr val="bg2">
              <a:lumMod val="20000"/>
              <a:lumOff val="80000"/>
            </a:schemeClr>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lnSpc>
                <a:spcPct val="150000"/>
              </a:lnSpc>
              <a:spcBef>
                <a:spcPts val="600"/>
              </a:spcBef>
            </a:pPr>
            <a:r>
              <a:rPr lang="en-US" sz="1600" b="1" dirty="0">
                <a:solidFill>
                  <a:schemeClr val="bg1"/>
                </a:solidFill>
                <a:cs typeface="Arial"/>
              </a:rPr>
              <a:t>Vector BD</a:t>
            </a:r>
          </a:p>
        </p:txBody>
      </p:sp>
      <p:sp>
        <p:nvSpPr>
          <p:cNvPr id="10" name="Rounded Rectangle 9">
            <a:extLst>
              <a:ext uri="{FF2B5EF4-FFF2-40B4-BE49-F238E27FC236}">
                <a16:creationId xmlns:a16="http://schemas.microsoft.com/office/drawing/2014/main" id="{B5FFB3D7-5688-1E0C-26E3-5DE4B3F5E69E}"/>
              </a:ext>
            </a:extLst>
          </p:cNvPr>
          <p:cNvSpPr/>
          <p:nvPr/>
        </p:nvSpPr>
        <p:spPr>
          <a:xfrm>
            <a:off x="2739230" y="861991"/>
            <a:ext cx="1978026" cy="469854"/>
          </a:xfrm>
          <a:prstGeom prst="roundRect">
            <a:avLst/>
          </a:prstGeom>
          <a:solidFill>
            <a:schemeClr val="bg2">
              <a:lumMod val="20000"/>
              <a:lumOff val="80000"/>
            </a:schemeClr>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lnSpc>
                <a:spcPct val="150000"/>
              </a:lnSpc>
            </a:pPr>
            <a:r>
              <a:rPr lang="en-IN" sz="1600" b="1" dirty="0"/>
              <a:t>Azure OpenAI</a:t>
            </a:r>
            <a:endParaRPr lang="en-US" sz="1600" b="1" dirty="0">
              <a:solidFill>
                <a:schemeClr val="bg1"/>
              </a:solidFill>
            </a:endParaRPr>
          </a:p>
        </p:txBody>
      </p:sp>
      <p:sp>
        <p:nvSpPr>
          <p:cNvPr id="11" name="Rectangle 10">
            <a:extLst>
              <a:ext uri="{FF2B5EF4-FFF2-40B4-BE49-F238E27FC236}">
                <a16:creationId xmlns:a16="http://schemas.microsoft.com/office/drawing/2014/main" id="{57B230CF-52F5-66A2-AD57-D72D528C0F19}"/>
              </a:ext>
            </a:extLst>
          </p:cNvPr>
          <p:cNvSpPr/>
          <p:nvPr/>
        </p:nvSpPr>
        <p:spPr>
          <a:xfrm>
            <a:off x="371475" y="1789388"/>
            <a:ext cx="1978023" cy="1685674"/>
          </a:xfrm>
          <a:prstGeom prst="rect">
            <a:avLst/>
          </a:prstGeom>
          <a:solidFill>
            <a:schemeClr val="tx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lnSpc>
                <a:spcPct val="100000"/>
              </a:lnSpc>
            </a:pPr>
            <a:r>
              <a:rPr lang="en-US" sz="1200" dirty="0"/>
              <a:t>Fast API is a modern, high-performance Python web framework used to build scalable and secure REST APIs. It enables rapid development while maintaining strong validation and structured request handling.</a:t>
            </a:r>
            <a:endParaRPr lang="en-IN" sz="1200" b="0" i="0" u="none" strike="noStrike" dirty="0">
              <a:solidFill>
                <a:srgbClr val="000000"/>
              </a:solidFill>
              <a:effectLst/>
              <a:cs typeface="Arial"/>
            </a:endParaRPr>
          </a:p>
        </p:txBody>
      </p:sp>
      <p:sp>
        <p:nvSpPr>
          <p:cNvPr id="15" name="Rectangle 14">
            <a:extLst>
              <a:ext uri="{FF2B5EF4-FFF2-40B4-BE49-F238E27FC236}">
                <a16:creationId xmlns:a16="http://schemas.microsoft.com/office/drawing/2014/main" id="{7FFB4E5E-C6E3-6897-CA5F-E81A4DB8A5CC}"/>
              </a:ext>
            </a:extLst>
          </p:cNvPr>
          <p:cNvSpPr/>
          <p:nvPr/>
        </p:nvSpPr>
        <p:spPr>
          <a:xfrm>
            <a:off x="7474738" y="1751596"/>
            <a:ext cx="1978023" cy="1723466"/>
          </a:xfrm>
          <a:prstGeom prst="rect">
            <a:avLst/>
          </a:prstGeom>
          <a:solidFill>
            <a:schemeClr val="tx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lnSpc>
                <a:spcPct val="100000"/>
              </a:lnSpc>
            </a:pPr>
            <a:r>
              <a:rPr lang="en-US" sz="1200" dirty="0"/>
              <a:t>A vector database that enables semantic search by storing embeddings of documents for efficient similarity-based retrieval.</a:t>
            </a:r>
            <a:endParaRPr lang="en-US" dirty="0">
              <a:solidFill>
                <a:schemeClr val="bg1"/>
              </a:solidFill>
              <a:ea typeface="+mn-lt"/>
              <a:cs typeface="+mn-lt"/>
            </a:endParaRPr>
          </a:p>
        </p:txBody>
      </p:sp>
      <p:sp>
        <p:nvSpPr>
          <p:cNvPr id="16" name="Rectangle 15">
            <a:extLst>
              <a:ext uri="{FF2B5EF4-FFF2-40B4-BE49-F238E27FC236}">
                <a16:creationId xmlns:a16="http://schemas.microsoft.com/office/drawing/2014/main" id="{1AC530F0-43E3-0690-71E3-D8A7F0AF84B3}"/>
              </a:ext>
            </a:extLst>
          </p:cNvPr>
          <p:cNvSpPr/>
          <p:nvPr/>
        </p:nvSpPr>
        <p:spPr>
          <a:xfrm>
            <a:off x="5106985" y="1751596"/>
            <a:ext cx="1978023" cy="1723466"/>
          </a:xfrm>
          <a:prstGeom prst="rect">
            <a:avLst/>
          </a:prstGeom>
          <a:solidFill>
            <a:schemeClr val="tx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lnSpc>
                <a:spcPct val="100000"/>
              </a:lnSpc>
            </a:pPr>
            <a:r>
              <a:rPr lang="en-US" sz="1200" dirty="0"/>
              <a:t>A framework designed to build multi-step AI reasoning pipelines and manage interactions between models, tools, and data sources.</a:t>
            </a:r>
            <a:endParaRPr lang="en-IN" sz="1200" dirty="0">
              <a:solidFill>
                <a:srgbClr val="000000"/>
              </a:solidFill>
              <a:latin typeface="Arial"/>
              <a:cs typeface="Arial"/>
            </a:endParaRPr>
          </a:p>
        </p:txBody>
      </p:sp>
      <p:sp>
        <p:nvSpPr>
          <p:cNvPr id="17" name="Rectangle 16">
            <a:extLst>
              <a:ext uri="{FF2B5EF4-FFF2-40B4-BE49-F238E27FC236}">
                <a16:creationId xmlns:a16="http://schemas.microsoft.com/office/drawing/2014/main" id="{900434CD-98E8-C07D-1D28-C4F669C803E1}"/>
              </a:ext>
            </a:extLst>
          </p:cNvPr>
          <p:cNvSpPr/>
          <p:nvPr/>
        </p:nvSpPr>
        <p:spPr>
          <a:xfrm>
            <a:off x="2739231" y="1770492"/>
            <a:ext cx="1978023" cy="1723466"/>
          </a:xfrm>
          <a:prstGeom prst="rect">
            <a:avLst/>
          </a:prstGeom>
          <a:solidFill>
            <a:schemeClr val="tx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lnSpc>
                <a:spcPct val="100000"/>
              </a:lnSpc>
            </a:pPr>
            <a:r>
              <a:rPr lang="en-US" sz="1200" dirty="0"/>
              <a:t>Azure OpenAI provides enterprise-grade large language models capable of understanding context, generating structured outputs, and supporting secure AI deployments within the Azure ecosystem</a:t>
            </a:r>
            <a:endParaRPr lang="en-US" sz="1500" b="1" dirty="0">
              <a:solidFill>
                <a:schemeClr val="bg1"/>
              </a:solidFill>
              <a:latin typeface="Arial"/>
              <a:cs typeface="Arial"/>
            </a:endParaRPr>
          </a:p>
        </p:txBody>
      </p:sp>
      <p:sp>
        <p:nvSpPr>
          <p:cNvPr id="18" name="Rectangle 17">
            <a:extLst>
              <a:ext uri="{FF2B5EF4-FFF2-40B4-BE49-F238E27FC236}">
                <a16:creationId xmlns:a16="http://schemas.microsoft.com/office/drawing/2014/main" id="{EA7B95D1-1A9D-A455-3C2B-94112F6ACEE8}"/>
              </a:ext>
            </a:extLst>
          </p:cNvPr>
          <p:cNvSpPr/>
          <p:nvPr/>
        </p:nvSpPr>
        <p:spPr>
          <a:xfrm>
            <a:off x="7474738" y="3962403"/>
            <a:ext cx="1978023" cy="2369300"/>
          </a:xfrm>
          <a:prstGeom prst="rect">
            <a:avLst/>
          </a:prstGeom>
          <a:solidFill>
            <a:schemeClr val="tx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lnSpc>
                <a:spcPct val="100000"/>
              </a:lnSpc>
            </a:pPr>
            <a:r>
              <a:rPr lang="en-US" sz="1200" dirty="0"/>
              <a:t>Stores and indexes enterprise AI governance policies. When a user submits a query, relevant policy sections are retrieved and applied to ensure the generated prompt aligns with company guardrails and compliance requirements.</a:t>
            </a:r>
            <a:endParaRPr lang="en-US" dirty="0">
              <a:solidFill>
                <a:schemeClr val="bg1"/>
              </a:solidFill>
              <a:ea typeface="+mn-lt"/>
              <a:cs typeface="+mn-lt"/>
            </a:endParaRPr>
          </a:p>
        </p:txBody>
      </p:sp>
      <p:sp>
        <p:nvSpPr>
          <p:cNvPr id="19" name="Rectangle 18">
            <a:extLst>
              <a:ext uri="{FF2B5EF4-FFF2-40B4-BE49-F238E27FC236}">
                <a16:creationId xmlns:a16="http://schemas.microsoft.com/office/drawing/2014/main" id="{748C5570-F7A9-7B07-E587-1E583CE50FD5}"/>
              </a:ext>
            </a:extLst>
          </p:cNvPr>
          <p:cNvSpPr/>
          <p:nvPr/>
        </p:nvSpPr>
        <p:spPr>
          <a:xfrm>
            <a:off x="5093254" y="3959987"/>
            <a:ext cx="1978023" cy="2369300"/>
          </a:xfrm>
          <a:prstGeom prst="rect">
            <a:avLst/>
          </a:prstGeom>
          <a:solidFill>
            <a:schemeClr val="tx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lnSpc>
                <a:spcPct val="100000"/>
              </a:lnSpc>
            </a:pPr>
            <a:r>
              <a:rPr lang="en-US" sz="1200" dirty="0"/>
              <a:t>It orchestrates the AI workflow, including intent classification, tool recommendation logic, policy retrieval (RAG-based approach), compliance validation, and final prompt construction. This ensures structured, traceable, and governed AI execution.</a:t>
            </a:r>
            <a:endParaRPr lang="en-US" sz="1200" dirty="0">
              <a:solidFill>
                <a:schemeClr val="bg1"/>
              </a:solidFill>
              <a:latin typeface="Arial"/>
              <a:cs typeface="Arial"/>
            </a:endParaRPr>
          </a:p>
        </p:txBody>
      </p:sp>
      <p:sp>
        <p:nvSpPr>
          <p:cNvPr id="20" name="Rectangle 19">
            <a:extLst>
              <a:ext uri="{FF2B5EF4-FFF2-40B4-BE49-F238E27FC236}">
                <a16:creationId xmlns:a16="http://schemas.microsoft.com/office/drawing/2014/main" id="{4CB1321F-9463-C54F-F534-17BB90FF7AEC}"/>
              </a:ext>
            </a:extLst>
          </p:cNvPr>
          <p:cNvSpPr/>
          <p:nvPr/>
        </p:nvSpPr>
        <p:spPr>
          <a:xfrm>
            <a:off x="2739230" y="3978883"/>
            <a:ext cx="1978023" cy="2369300"/>
          </a:xfrm>
          <a:prstGeom prst="rect">
            <a:avLst/>
          </a:prstGeom>
          <a:solidFill>
            <a:schemeClr val="tx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lnSpc>
                <a:spcPct val="100000"/>
              </a:lnSpc>
            </a:pPr>
            <a:r>
              <a:rPr lang="en-US" sz="1200" dirty="0"/>
              <a:t>It generates CORLO-standard prompts, assists in refining prompts based on user feedback, and produces structured AI guidance. The service operates within enterprise security boundaries and does not use customer data for model training.</a:t>
            </a:r>
            <a:endParaRPr lang="en-US" sz="1200" dirty="0">
              <a:solidFill>
                <a:schemeClr val="bg1"/>
              </a:solidFill>
              <a:latin typeface="Arial"/>
              <a:cs typeface="Arial"/>
            </a:endParaRPr>
          </a:p>
        </p:txBody>
      </p:sp>
      <p:sp>
        <p:nvSpPr>
          <p:cNvPr id="21" name="Rectangle 20">
            <a:extLst>
              <a:ext uri="{FF2B5EF4-FFF2-40B4-BE49-F238E27FC236}">
                <a16:creationId xmlns:a16="http://schemas.microsoft.com/office/drawing/2014/main" id="{4AA3047B-67C7-1340-2A67-5CBB3FE11261}"/>
              </a:ext>
            </a:extLst>
          </p:cNvPr>
          <p:cNvSpPr/>
          <p:nvPr/>
        </p:nvSpPr>
        <p:spPr>
          <a:xfrm>
            <a:off x="371475" y="1455165"/>
            <a:ext cx="1978025" cy="331808"/>
          </a:xfrm>
          <a:prstGeom prst="rect">
            <a:avLst/>
          </a:prstGeom>
          <a:solidFill>
            <a:schemeClr val="tx1"/>
          </a:solidFill>
          <a:ln w="952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lnSpc>
                <a:spcPct val="150000"/>
              </a:lnSpc>
              <a:spcBef>
                <a:spcPts val="600"/>
              </a:spcBef>
            </a:pPr>
            <a:r>
              <a:rPr lang="en-US" b="1">
                <a:solidFill>
                  <a:schemeClr val="bg1"/>
                </a:solidFill>
              </a:rPr>
              <a:t>Purpose</a:t>
            </a:r>
          </a:p>
        </p:txBody>
      </p:sp>
      <p:sp>
        <p:nvSpPr>
          <p:cNvPr id="22" name="Rectangle 21">
            <a:extLst>
              <a:ext uri="{FF2B5EF4-FFF2-40B4-BE49-F238E27FC236}">
                <a16:creationId xmlns:a16="http://schemas.microsoft.com/office/drawing/2014/main" id="{DA9951BD-7BA7-B7D8-61B4-7987949833B4}"/>
              </a:ext>
            </a:extLst>
          </p:cNvPr>
          <p:cNvSpPr/>
          <p:nvPr/>
        </p:nvSpPr>
        <p:spPr>
          <a:xfrm>
            <a:off x="371475" y="3538122"/>
            <a:ext cx="2816225" cy="331808"/>
          </a:xfrm>
          <a:prstGeom prst="rect">
            <a:avLst/>
          </a:prstGeom>
          <a:solidFill>
            <a:schemeClr val="tx1"/>
          </a:solidFill>
          <a:ln w="952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lnSpc>
                <a:spcPct val="150000"/>
              </a:lnSpc>
              <a:spcBef>
                <a:spcPts val="600"/>
              </a:spcBef>
            </a:pPr>
            <a:r>
              <a:rPr lang="en-US" b="1">
                <a:solidFill>
                  <a:schemeClr val="bg1"/>
                </a:solidFill>
              </a:rPr>
              <a:t>Functionality - Project</a:t>
            </a:r>
          </a:p>
        </p:txBody>
      </p:sp>
      <p:sp>
        <p:nvSpPr>
          <p:cNvPr id="5" name="Footer Placeholder 2">
            <a:extLst>
              <a:ext uri="{FF2B5EF4-FFF2-40B4-BE49-F238E27FC236}">
                <a16:creationId xmlns:a16="http://schemas.microsoft.com/office/drawing/2014/main" id="{296A8A42-831A-B35A-2890-62FCB51F07CB}"/>
              </a:ext>
            </a:extLst>
          </p:cNvPr>
          <p:cNvSpPr>
            <a:spLocks noGrp="1" noChangeAspect="1"/>
          </p:cNvSpPr>
          <p:nvPr>
            <p:ph type="ftr" sz="quarter" idx="3"/>
          </p:nvPr>
        </p:nvSpPr>
        <p:spPr bwMode="gray">
          <a:xfrm>
            <a:off x="371475" y="6563358"/>
            <a:ext cx="4852035" cy="88901"/>
          </a:xfrm>
        </p:spPr>
        <p:txBody>
          <a:bodyPr/>
          <a:lstStyle/>
          <a:p>
            <a:r>
              <a:rPr lang="en-US"/>
              <a:t>© 2025 NTT DATA Business Solutions</a:t>
            </a:r>
          </a:p>
        </p:txBody>
      </p:sp>
      <p:sp>
        <p:nvSpPr>
          <p:cNvPr id="12" name="Slide Number Placeholder 3">
            <a:extLst>
              <a:ext uri="{FF2B5EF4-FFF2-40B4-BE49-F238E27FC236}">
                <a16:creationId xmlns:a16="http://schemas.microsoft.com/office/drawing/2014/main" id="{AFACDBA6-A5F6-295E-203E-11970D05AF7F}"/>
              </a:ext>
            </a:extLst>
          </p:cNvPr>
          <p:cNvSpPr>
            <a:spLocks noGrp="1" noChangeAspect="1"/>
          </p:cNvSpPr>
          <p:nvPr>
            <p:ph type="sldNum" sz="quarter" idx="4"/>
          </p:nvPr>
        </p:nvSpPr>
        <p:spPr bwMode="gray">
          <a:xfrm>
            <a:off x="5943600" y="6563358"/>
            <a:ext cx="304800" cy="88901"/>
          </a:xfrm>
        </p:spPr>
        <p:txBody>
          <a:bodyPr/>
          <a:lstStyle/>
          <a:p>
            <a:fld id="{13CE6DAF-806F-404B-BC68-339BFCB57E5C}" type="slidenum">
              <a:rPr lang="en-US" smtClean="0"/>
              <a:pPr/>
              <a:t>6</a:t>
            </a:fld>
            <a:endParaRPr lang="en-US"/>
          </a:p>
        </p:txBody>
      </p:sp>
      <p:sp>
        <p:nvSpPr>
          <p:cNvPr id="4" name="Rounded Rectangle 3">
            <a:extLst>
              <a:ext uri="{FF2B5EF4-FFF2-40B4-BE49-F238E27FC236}">
                <a16:creationId xmlns:a16="http://schemas.microsoft.com/office/drawing/2014/main" id="{3DBBE97A-D7F9-4B57-C02C-A64A7A333626}"/>
              </a:ext>
            </a:extLst>
          </p:cNvPr>
          <p:cNvSpPr/>
          <p:nvPr/>
        </p:nvSpPr>
        <p:spPr>
          <a:xfrm>
            <a:off x="9842499" y="861991"/>
            <a:ext cx="1978025" cy="469854"/>
          </a:xfrm>
          <a:prstGeom prst="roundRect">
            <a:avLst/>
          </a:prstGeom>
          <a:solidFill>
            <a:schemeClr val="bg2">
              <a:lumMod val="20000"/>
              <a:lumOff val="80000"/>
            </a:schemeClr>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lnSpc>
                <a:spcPct val="100000"/>
              </a:lnSpc>
              <a:spcBef>
                <a:spcPts val="600"/>
              </a:spcBef>
            </a:pPr>
            <a:r>
              <a:rPr lang="en-US" b="1">
                <a:solidFill>
                  <a:schemeClr val="bg1"/>
                </a:solidFill>
              </a:rPr>
              <a:t>Azure Web App Services</a:t>
            </a:r>
          </a:p>
        </p:txBody>
      </p:sp>
      <p:sp>
        <p:nvSpPr>
          <p:cNvPr id="6" name="Rectangle 5">
            <a:extLst>
              <a:ext uri="{FF2B5EF4-FFF2-40B4-BE49-F238E27FC236}">
                <a16:creationId xmlns:a16="http://schemas.microsoft.com/office/drawing/2014/main" id="{4D00292C-D9E2-1E37-C2ED-5CF52DC5BFF0}"/>
              </a:ext>
            </a:extLst>
          </p:cNvPr>
          <p:cNvSpPr/>
          <p:nvPr/>
        </p:nvSpPr>
        <p:spPr>
          <a:xfrm>
            <a:off x="9842491" y="1751596"/>
            <a:ext cx="1978023" cy="1723466"/>
          </a:xfrm>
          <a:prstGeom prst="rect">
            <a:avLst/>
          </a:prstGeom>
          <a:solidFill>
            <a:schemeClr val="tx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lnSpc>
                <a:spcPct val="100000"/>
              </a:lnSpc>
              <a:spcBef>
                <a:spcPts val="600"/>
              </a:spcBef>
            </a:pPr>
            <a:br>
              <a:rPr lang="en-US" sz="1200" dirty="0">
                <a:solidFill>
                  <a:schemeClr val="bg1"/>
                </a:solidFill>
                <a:latin typeface="Arial"/>
                <a:cs typeface="Arial"/>
              </a:rPr>
            </a:br>
            <a:r>
              <a:rPr lang="en-US" sz="1200" dirty="0">
                <a:solidFill>
                  <a:schemeClr val="bg1"/>
                </a:solidFill>
                <a:latin typeface="Arial"/>
                <a:cs typeface="Arial"/>
              </a:rPr>
              <a:t>It is a Platform-as-a-Service (PaaS) that allows developers to build, deploy, and manage web applications in the cloud without having to worry about the underlying infrastructure</a:t>
            </a:r>
          </a:p>
        </p:txBody>
      </p:sp>
      <p:sp>
        <p:nvSpPr>
          <p:cNvPr id="13" name="Rectangle 12">
            <a:extLst>
              <a:ext uri="{FF2B5EF4-FFF2-40B4-BE49-F238E27FC236}">
                <a16:creationId xmlns:a16="http://schemas.microsoft.com/office/drawing/2014/main" id="{5E8DD719-832E-B736-065B-1416079B5D63}"/>
              </a:ext>
            </a:extLst>
          </p:cNvPr>
          <p:cNvSpPr/>
          <p:nvPr/>
        </p:nvSpPr>
        <p:spPr>
          <a:xfrm>
            <a:off x="9842491" y="3962403"/>
            <a:ext cx="1978023" cy="2369300"/>
          </a:xfrm>
          <a:prstGeom prst="rect">
            <a:avLst/>
          </a:prstGeom>
          <a:solidFill>
            <a:schemeClr val="tx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lnSpc>
                <a:spcPct val="100000"/>
              </a:lnSpc>
              <a:spcBef>
                <a:spcPts val="600"/>
              </a:spcBef>
            </a:pPr>
            <a:br>
              <a:rPr lang="en-US" sz="1200" dirty="0">
                <a:solidFill>
                  <a:schemeClr val="bg1"/>
                </a:solidFill>
                <a:latin typeface="Arial"/>
                <a:cs typeface="Arial"/>
              </a:rPr>
            </a:br>
            <a:r>
              <a:rPr lang="en-US" sz="1200" dirty="0">
                <a:solidFill>
                  <a:schemeClr val="bg1"/>
                </a:solidFill>
                <a:latin typeface="Arial"/>
                <a:cs typeface="Arial"/>
              </a:rPr>
              <a:t>The AI Navigator Tool is deployed on Azure for scalability and reliability. Azure manages the underlying infrastructure, automatically scaling the application to handle multiple requests from sales teams while offering easy maintenance and monitoring.</a:t>
            </a:r>
          </a:p>
        </p:txBody>
      </p:sp>
      <p:sp>
        <p:nvSpPr>
          <p:cNvPr id="23" name="Rounded Rectangle 9">
            <a:extLst>
              <a:ext uri="{FF2B5EF4-FFF2-40B4-BE49-F238E27FC236}">
                <a16:creationId xmlns:a16="http://schemas.microsoft.com/office/drawing/2014/main" id="{82D2C116-93BA-9B79-7A99-6EDD528FD21E}"/>
              </a:ext>
            </a:extLst>
          </p:cNvPr>
          <p:cNvSpPr/>
          <p:nvPr/>
        </p:nvSpPr>
        <p:spPr>
          <a:xfrm>
            <a:off x="4954587" y="894270"/>
            <a:ext cx="1978026" cy="469854"/>
          </a:xfrm>
          <a:prstGeom prst="roundRect">
            <a:avLst/>
          </a:prstGeom>
          <a:solidFill>
            <a:schemeClr val="bg2">
              <a:lumMod val="20000"/>
              <a:lumOff val="80000"/>
            </a:schemeClr>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lnSpc>
                <a:spcPct val="150000"/>
              </a:lnSpc>
            </a:pPr>
            <a:r>
              <a:rPr lang="en-IN" sz="1600" b="1" dirty="0"/>
              <a:t>Lang Chain</a:t>
            </a:r>
            <a:endParaRPr lang="en-US" sz="1600" b="1" dirty="0">
              <a:solidFill>
                <a:schemeClr val="bg1"/>
              </a:solidFill>
            </a:endParaRPr>
          </a:p>
        </p:txBody>
      </p:sp>
    </p:spTree>
    <p:extLst>
      <p:ext uri="{BB962C8B-B14F-4D97-AF65-F5344CB8AC3E}">
        <p14:creationId xmlns:p14="http://schemas.microsoft.com/office/powerpoint/2010/main" val="24535184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81051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B165D-61A6-A045-4791-442CE8E8FD07}"/>
              </a:ext>
            </a:extLst>
          </p:cNvPr>
          <p:cNvSpPr>
            <a:spLocks noGrp="1" noChangeAspect="1"/>
          </p:cNvSpPr>
          <p:nvPr>
            <p:ph type="title"/>
          </p:nvPr>
        </p:nvSpPr>
        <p:spPr bwMode="gray"/>
        <p:txBody>
          <a:bodyPr/>
          <a:lstStyle/>
          <a:p>
            <a:r>
              <a:rPr lang="en-US"/>
              <a:t>Copyright NTT DATA Business Solutions AG – All Rights Reserved</a:t>
            </a:r>
          </a:p>
        </p:txBody>
      </p:sp>
      <p:sp>
        <p:nvSpPr>
          <p:cNvPr id="3" name="Content Placeholder 2">
            <a:extLst>
              <a:ext uri="{FF2B5EF4-FFF2-40B4-BE49-F238E27FC236}">
                <a16:creationId xmlns:a16="http://schemas.microsoft.com/office/drawing/2014/main" id="{82896EAF-807B-3988-5F96-943996854E8E}"/>
              </a:ext>
            </a:extLst>
          </p:cNvPr>
          <p:cNvSpPr>
            <a:spLocks noGrp="1" noChangeAspect="1"/>
          </p:cNvSpPr>
          <p:nvPr>
            <p:ph idx="1"/>
          </p:nvPr>
        </p:nvSpPr>
        <p:spPr bwMode="gray"/>
        <p:txBody>
          <a:bodyPr/>
          <a:lstStyle/>
          <a:p>
            <a:pPr marL="0" marR="0" lvl="0" indent="0" algn="l" defTabSz="914400" rtl="0" eaLnBrk="1" fontAlgn="auto" latinLnBrk="0" hangingPunct="1">
              <a:lnSpc>
                <a:spcPct val="130000"/>
              </a:lnSpc>
              <a:spcBef>
                <a:spcPts val="1800"/>
              </a:spcBef>
              <a:spcAft>
                <a:spcPts val="0"/>
              </a:spcAft>
              <a:buClr>
                <a:srgbClr val="E7E6E6"/>
              </a:buClr>
              <a:buSzPct val="100000"/>
              <a:buFont typeface="Arial" panose="020B0604020202020204" pitchFamily="34" charset="0"/>
              <a:buNone/>
              <a:tabLst/>
              <a:defRPr/>
            </a:pPr>
            <a:r>
              <a:rPr kumimoji="0" lang="en-US" altLang="de-DE" sz="1200" b="1"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No part of this publication may be reproduced or transmitted in any form or for any purpose without the express permission of NTT DATA Business Solutions AG. The information contained herein may be changed without prior notice</a:t>
            </a:r>
          </a:p>
          <a:p>
            <a:pPr marL="0" marR="0" lvl="0" indent="0" algn="l" defTabSz="914400" rtl="0" eaLnBrk="1" fontAlgn="auto" latinLnBrk="0" hangingPunct="1">
              <a:lnSpc>
                <a:spcPct val="130000"/>
              </a:lnSpc>
              <a:spcBef>
                <a:spcPts val="1800"/>
              </a:spcBef>
              <a:spcAft>
                <a:spcPts val="0"/>
              </a:spcAft>
              <a:buClr>
                <a:srgbClr val="E7E6E6"/>
              </a:buClr>
              <a:buSzPct val="100000"/>
              <a:buFont typeface="Arial" panose="020B0604020202020204" pitchFamily="34" charset="0"/>
              <a:buNone/>
              <a:tabLst/>
              <a:defRPr/>
            </a:pPr>
            <a:r>
              <a:rPr kumimoji="0" lang="en-US" altLang="de-DE" sz="1200" b="0"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Some software products marketed by </a:t>
            </a:r>
            <a:r>
              <a:rPr kumimoji="0" lang="en-US" altLang="de-DE" sz="1200" b="1"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NTT DATA Business Solutions AG </a:t>
            </a:r>
            <a:r>
              <a:rPr kumimoji="0" lang="en-US" altLang="de-DE" sz="1200" b="0"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and its distributors contain proprietary software components of other software vendors. All product and service names mentioned, and associated logos displayed are the trademarks of their respective companies. Data contained in this document serves informational purposes only. National product specifications may vary</a:t>
            </a:r>
          </a:p>
          <a:p>
            <a:pPr marL="0" marR="0" lvl="0" indent="0" algn="l" defTabSz="914400" rtl="0" eaLnBrk="1" fontAlgn="auto" latinLnBrk="0" hangingPunct="1">
              <a:lnSpc>
                <a:spcPct val="130000"/>
              </a:lnSpc>
              <a:spcBef>
                <a:spcPts val="1800"/>
              </a:spcBef>
              <a:spcAft>
                <a:spcPts val="0"/>
              </a:spcAft>
              <a:buClr>
                <a:srgbClr val="E7E6E6"/>
              </a:buClr>
              <a:buSzPct val="100000"/>
              <a:buFont typeface="Arial" panose="020B0604020202020204" pitchFamily="34" charset="0"/>
              <a:buNone/>
              <a:tabLst/>
              <a:defRPr/>
            </a:pPr>
            <a:r>
              <a:rPr kumimoji="0" lang="en-US" altLang="de-DE" sz="1200" b="1"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The information in this document is proprietary to NTT DATA Business Solutions AG. </a:t>
            </a:r>
            <a:r>
              <a:rPr kumimoji="0" lang="en-US" altLang="de-DE" sz="1200" b="0"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This document is a preliminary version and not subject to your license agreement or any other agreement with </a:t>
            </a:r>
            <a:r>
              <a:rPr kumimoji="0" lang="en-US" altLang="de-DE" sz="1200" b="1"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NTT DATA Business Solutions AG</a:t>
            </a:r>
            <a:r>
              <a:rPr kumimoji="0" lang="en-US" altLang="de-DE" sz="1200" b="0"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 This document contains only intended strategies, developments, and product functionalities and is not intended to be binding upon </a:t>
            </a:r>
            <a:r>
              <a:rPr kumimoji="0" lang="en-US" altLang="de-DE" sz="1200" b="1"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NTT DATA Business Solutions AG</a:t>
            </a:r>
            <a:r>
              <a:rPr kumimoji="0" lang="en-US" altLang="de-DE" sz="1200" b="0"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 to any particular course of business, product strategy, and/or development. </a:t>
            </a:r>
            <a:r>
              <a:rPr kumimoji="0" lang="en-US" altLang="de-DE" sz="1200" b="1"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NTT DATA Business Solutions AG </a:t>
            </a:r>
            <a:r>
              <a:rPr kumimoji="0" lang="en-US" altLang="de-DE" sz="1200" b="0"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assumes no responsibility for errors or omissions in this document. </a:t>
            </a:r>
            <a:r>
              <a:rPr kumimoji="0" lang="en-US" altLang="de-DE" sz="1200" b="1"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NTT DATA Business Solutions AG  </a:t>
            </a:r>
            <a:r>
              <a:rPr kumimoji="0" lang="en-US" altLang="de-DE" sz="1200" b="0"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does not warrant the accuracy or completeness of the information, text, graphics, links, or other items contained within this material. This document is provided without a warranty of any kind, either express or implied, including but not limited to the implied warranties of merchantability, fitness for a particular purpose, or non-infringement</a:t>
            </a:r>
          </a:p>
          <a:p>
            <a:pPr marL="0" marR="0" lvl="0" indent="0" algn="l" defTabSz="914400" rtl="0" eaLnBrk="1" fontAlgn="auto" latinLnBrk="0" hangingPunct="1">
              <a:lnSpc>
                <a:spcPct val="130000"/>
              </a:lnSpc>
              <a:spcBef>
                <a:spcPts val="1800"/>
              </a:spcBef>
              <a:spcAft>
                <a:spcPts val="0"/>
              </a:spcAft>
              <a:buClr>
                <a:srgbClr val="E7E6E6"/>
              </a:buClr>
              <a:buSzPct val="100000"/>
              <a:buFont typeface="Arial" panose="020B0604020202020204" pitchFamily="34" charset="0"/>
              <a:buNone/>
              <a:tabLst/>
              <a:defRPr/>
            </a:pPr>
            <a:r>
              <a:rPr kumimoji="0" lang="en-US" altLang="de-DE" sz="1200" b="1"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NTT DATA Business Solutions AG </a:t>
            </a:r>
            <a:r>
              <a:rPr kumimoji="0" lang="en-US" altLang="de-DE" sz="1200" b="0"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shall have no liability for damages of any kind including without limitation direct, special, indirect, or consequential damages that may result from the use of these materials. This limitation shall not apply in cases of intent or gross negligence</a:t>
            </a:r>
          </a:p>
          <a:p>
            <a:pPr marL="0" marR="0" lvl="0" indent="0" algn="l" defTabSz="914400" rtl="0" eaLnBrk="1" fontAlgn="auto" latinLnBrk="0" hangingPunct="1">
              <a:lnSpc>
                <a:spcPct val="130000"/>
              </a:lnSpc>
              <a:spcBef>
                <a:spcPts val="1800"/>
              </a:spcBef>
              <a:spcAft>
                <a:spcPts val="0"/>
              </a:spcAft>
              <a:buClr>
                <a:srgbClr val="E7E6E6"/>
              </a:buClr>
              <a:buSzPct val="100000"/>
              <a:buFont typeface="Arial" panose="020B0604020202020204" pitchFamily="34" charset="0"/>
              <a:buNone/>
              <a:tabLst/>
              <a:defRPr/>
            </a:pPr>
            <a:r>
              <a:rPr kumimoji="0" lang="en-US" altLang="de-DE" sz="1200" b="0"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The statutory liability for personal injury and defective products is not affected. </a:t>
            </a:r>
            <a:r>
              <a:rPr kumimoji="0" lang="en-US" altLang="de-DE" sz="1200" b="1"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NTT DATA Business Solutions AG </a:t>
            </a:r>
            <a:r>
              <a:rPr kumimoji="0" lang="en-US" altLang="de-DE" sz="1200" b="0"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has no control over the information that you may access through the use of hot links contained in these materials and does not endorse your use of third-party web pages nor provide any warranty whatsoever relating to third-party web pages.</a:t>
            </a:r>
          </a:p>
          <a:p>
            <a:endParaRPr lang="en-US" sz="1200"/>
          </a:p>
        </p:txBody>
      </p:sp>
      <p:sp>
        <p:nvSpPr>
          <p:cNvPr id="4" name="Footer Placeholder 3">
            <a:extLst>
              <a:ext uri="{FF2B5EF4-FFF2-40B4-BE49-F238E27FC236}">
                <a16:creationId xmlns:a16="http://schemas.microsoft.com/office/drawing/2014/main" id="{BCC6DA92-4226-B8FE-1E5D-EA93F3DC9E4C}"/>
              </a:ext>
            </a:extLst>
          </p:cNvPr>
          <p:cNvSpPr>
            <a:spLocks noGrp="1" noChangeAspect="1"/>
          </p:cNvSpPr>
          <p:nvPr>
            <p:ph type="ftr" sz="quarter" idx="3"/>
          </p:nvPr>
        </p:nvSpPr>
        <p:spPr bwMode="gray"/>
        <p:txBody>
          <a:bodyPr/>
          <a:lstStyle/>
          <a:p>
            <a:r>
              <a:rPr lang="en-US" noProof="0"/>
              <a:t>© 2025 NTT DATA</a:t>
            </a:r>
            <a:r>
              <a:rPr lang="en-US"/>
              <a:t> Business Solutions</a:t>
            </a:r>
            <a:endParaRPr lang="en-US" noProof="0"/>
          </a:p>
        </p:txBody>
      </p:sp>
      <p:sp>
        <p:nvSpPr>
          <p:cNvPr id="5" name="Slide Number Placeholder 4">
            <a:extLst>
              <a:ext uri="{FF2B5EF4-FFF2-40B4-BE49-F238E27FC236}">
                <a16:creationId xmlns:a16="http://schemas.microsoft.com/office/drawing/2014/main" id="{EF473A2A-525A-1577-5248-C6DA7C6F5564}"/>
              </a:ext>
            </a:extLst>
          </p:cNvPr>
          <p:cNvSpPr>
            <a:spLocks noGrp="1" noChangeAspect="1"/>
          </p:cNvSpPr>
          <p:nvPr>
            <p:ph type="sldNum" sz="quarter" idx="4"/>
          </p:nvPr>
        </p:nvSpPr>
        <p:spPr bwMode="gray"/>
        <p:txBody>
          <a:bodyPr/>
          <a:lstStyle/>
          <a:p>
            <a:fld id="{13CE6DAF-806F-404B-BC68-339BFCB57E5C}" type="slidenum">
              <a:rPr lang="en-US" smtClean="0"/>
              <a:pPr/>
              <a:t>8</a:t>
            </a:fld>
            <a:endParaRPr lang="en-US"/>
          </a:p>
        </p:txBody>
      </p:sp>
    </p:spTree>
    <p:extLst>
      <p:ext uri="{BB962C8B-B14F-4D97-AF65-F5344CB8AC3E}">
        <p14:creationId xmlns:p14="http://schemas.microsoft.com/office/powerpoint/2010/main" val="153992353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heme/theme1.xml><?xml version="1.0" encoding="utf-8"?>
<a:theme xmlns:a="http://schemas.openxmlformats.org/drawingml/2006/main" name="NTT DATA LIGHT ">
  <a:themeElements>
    <a:clrScheme name="Benutzerdefiniert 51">
      <a:dk1>
        <a:srgbClr val="FFFFFF"/>
      </a:dk1>
      <a:lt1>
        <a:srgbClr val="070F26"/>
      </a:lt1>
      <a:dk2>
        <a:srgbClr val="2E404D"/>
      </a:dk2>
      <a:lt2>
        <a:srgbClr val="0072BC"/>
      </a:lt2>
      <a:accent1>
        <a:srgbClr val="19A3FC"/>
      </a:accent1>
      <a:accent2>
        <a:srgbClr val="00DFED"/>
      </a:accent2>
      <a:accent3>
        <a:srgbClr val="00CB5D"/>
      </a:accent3>
      <a:accent4>
        <a:srgbClr val="FFC400"/>
      </a:accent4>
      <a:accent5>
        <a:srgbClr val="FF7A00"/>
      </a:accent5>
      <a:accent6>
        <a:srgbClr val="949494"/>
      </a:accent6>
      <a:hlink>
        <a:srgbClr val="0072BC"/>
      </a:hlink>
      <a:folHlink>
        <a:srgbClr val="00DFED"/>
      </a:folHlink>
    </a:clrScheme>
    <a:fontScheme name="NTT_Arial">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9525">
          <a:noFill/>
        </a:ln>
      </a:spPr>
      <a:bodyPr lIns="0" tIns="0" rIns="0" bIns="0" rtlCol="0" anchor="t"/>
      <a:lstStyle>
        <a:defPPr algn="l">
          <a:lnSpc>
            <a:spcPct val="110000"/>
          </a:lnSpc>
          <a:spcBef>
            <a:spcPts val="600"/>
          </a:spcBef>
          <a:defRPr sz="18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bodyPr vert="horz" lIns="0" tIns="0" rIns="0" bIns="0" rtlCol="0">
        <a:noAutofit/>
      </a:bodyPr>
      <a:lstStyle>
        <a:defPPr algn="l">
          <a:defRPr dirty="0"/>
        </a:defPPr>
      </a:lstStyle>
    </a:txDef>
  </a:objectDefaults>
  <a:extraClrSchemeLst/>
  <a:custClrLst>
    <a:custClr name="A-Smart Navy">
      <a:srgbClr val="070F26"/>
    </a:custClr>
    <a:custClr name="B-White">
      <a:srgbClr val="FFFFFF"/>
    </a:custClr>
    <a:custClr name="C-Future Blue 150">
      <a:srgbClr val="005B96"/>
    </a:custClr>
    <a:custClr name="D-Future Blue">
      <a:srgbClr val="0072BC"/>
    </a:custClr>
    <a:custClr name="E-Future Blue 50">
      <a:srgbClr val="19A3FC"/>
    </a:custClr>
    <a:custClr name="F-Turquoise 100">
      <a:srgbClr val="009AA4"/>
    </a:custClr>
    <a:custClr name="G-Turquoise">
      <a:srgbClr val="00DFED"/>
    </a:custClr>
    <a:custClr name="H-Turquoise 50">
      <a:srgbClr val="7BF7FF"/>
    </a:custClr>
    <a:custClr name="I-Green 150">
      <a:srgbClr val="068941"/>
    </a:custClr>
    <a:custClr name="J-Green">
      <a:srgbClr val="00CB5D"/>
    </a:custClr>
    <a:custClr name="K-Green 50">
      <a:srgbClr val="38F990"/>
    </a:custClr>
    <a:custClr name="L-Yellow">
      <a:srgbClr val="FFC400"/>
    </a:custClr>
    <a:custClr name="M-Yellow 50">
      <a:srgbClr val="FFEDB2"/>
    </a:custClr>
    <a:custClr name="N-Yellow 100">
      <a:srgbClr val="FFDB66"/>
    </a:custClr>
    <a:custClr name="O-Orange 150">
      <a:srgbClr val="B22000"/>
    </a:custClr>
    <a:custClr name="P-Orange 100">
      <a:srgbClr val="E42600"/>
    </a:custClr>
    <a:custClr name="Q-Orange">
      <a:srgbClr val="FF7A00"/>
    </a:custClr>
    <a:custClr name="R-Grey 100">
      <a:srgbClr val="949494"/>
    </a:custClr>
    <a:custClr name="S-Grey 50">
      <a:srgbClr val="E8E8E8"/>
    </a:custClr>
    <a:custClr name="T-Black">
      <a:srgbClr val="000000"/>
    </a:custClr>
    <a:custClr name="U-Text Grey">
      <a:srgbClr val="2E404D"/>
    </a:custClr>
  </a:custClrLst>
  <a:extLst>
    <a:ext uri="{05A4C25C-085E-4340-85A3-A5531E510DB2}">
      <thm15:themeFamily xmlns:thm15="http://schemas.microsoft.com/office/thememl/2012/main" name="NTT DATA Global Template 2023.pptx" id="{50B09135-429B-4DD7-8CB6-BB6B33CABB82}" vid="{1BA9ED1F-BFB7-4FB8-8ABD-CAFA5E22A874}"/>
    </a:ext>
  </a:extLst>
</a:theme>
</file>

<file path=ppt/theme/theme2.xml><?xml version="1.0" encoding="utf-8"?>
<a:theme xmlns:a="http://schemas.openxmlformats.org/drawingml/2006/main" name="NTT DATA DARK ">
  <a:themeElements>
    <a:clrScheme name="Benutzerdefiniert 52">
      <a:dk1>
        <a:srgbClr val="FFFFFF"/>
      </a:dk1>
      <a:lt1>
        <a:srgbClr val="070F26"/>
      </a:lt1>
      <a:dk2>
        <a:srgbClr val="2E404D"/>
      </a:dk2>
      <a:lt2>
        <a:srgbClr val="0072BC"/>
      </a:lt2>
      <a:accent1>
        <a:srgbClr val="19A3FC"/>
      </a:accent1>
      <a:accent2>
        <a:srgbClr val="00DFED"/>
      </a:accent2>
      <a:accent3>
        <a:srgbClr val="00CB5D"/>
      </a:accent3>
      <a:accent4>
        <a:srgbClr val="FFC400"/>
      </a:accent4>
      <a:accent5>
        <a:srgbClr val="FF7A00"/>
      </a:accent5>
      <a:accent6>
        <a:srgbClr val="949494"/>
      </a:accent6>
      <a:hlink>
        <a:srgbClr val="0072BC"/>
      </a:hlink>
      <a:folHlink>
        <a:srgbClr val="00DFED"/>
      </a:folHlink>
    </a:clrScheme>
    <a:fontScheme name="NTT_Arial">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9525">
          <a:noFill/>
        </a:ln>
      </a:spPr>
      <a:bodyPr lIns="0" tIns="0" rIns="0" bIns="0" rtlCol="0" anchor="t"/>
      <a:lstStyle>
        <a:defPPr algn="l">
          <a:lnSpc>
            <a:spcPct val="110000"/>
          </a:lnSpc>
          <a:spcBef>
            <a:spcPts val="600"/>
          </a:spcBef>
          <a:defRPr sz="1800" dirty="0" err="1" smtClean="0">
            <a:solidFill>
              <a:schemeClr val="accent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bg1"/>
          </a:solidFill>
        </a:ln>
      </a:spPr>
      <a:bodyPr/>
      <a:lstStyle/>
      <a:style>
        <a:lnRef idx="1">
          <a:schemeClr val="accent1"/>
        </a:lnRef>
        <a:fillRef idx="0">
          <a:schemeClr val="accent1"/>
        </a:fillRef>
        <a:effectRef idx="0">
          <a:schemeClr val="accent1"/>
        </a:effectRef>
        <a:fontRef idx="minor">
          <a:schemeClr val="tx1"/>
        </a:fontRef>
      </a:style>
    </a:lnDef>
    <a:txDef>
      <a:spPr/>
      <a:bodyPr vert="horz" lIns="0" tIns="0" rIns="0" bIns="0" rtlCol="0">
        <a:noAutofit/>
      </a:bodyPr>
      <a:lstStyle>
        <a:defPPr algn="l">
          <a:defRPr dirty="0"/>
        </a:defPPr>
      </a:lstStyle>
    </a:txDef>
  </a:objectDefaults>
  <a:extraClrSchemeLst/>
  <a:custClrLst>
    <a:custClr name="A-Smart Navy">
      <a:srgbClr val="070F26"/>
    </a:custClr>
    <a:custClr name="B-White">
      <a:srgbClr val="FFFFFF"/>
    </a:custClr>
    <a:custClr name="C-Future Blue 150">
      <a:srgbClr val="005B96"/>
    </a:custClr>
    <a:custClr name="D-Future Blue">
      <a:srgbClr val="0072BC"/>
    </a:custClr>
    <a:custClr name="E-Future Blue 50">
      <a:srgbClr val="19A3FC"/>
    </a:custClr>
    <a:custClr name="F-Turquoise 100">
      <a:srgbClr val="009AA4"/>
    </a:custClr>
    <a:custClr name="G-Turquoise">
      <a:srgbClr val="00DFED"/>
    </a:custClr>
    <a:custClr name="H-Turquoise 50">
      <a:srgbClr val="7BF7FF"/>
    </a:custClr>
    <a:custClr name="I-Green 150">
      <a:srgbClr val="068941"/>
    </a:custClr>
    <a:custClr name="J-Green">
      <a:srgbClr val="00CB5D"/>
    </a:custClr>
    <a:custClr name="K-Green 50">
      <a:srgbClr val="38F990"/>
    </a:custClr>
    <a:custClr name="L-Yellow">
      <a:srgbClr val="FFC400"/>
    </a:custClr>
    <a:custClr name="M-Yellow 50">
      <a:srgbClr val="FFEDB2"/>
    </a:custClr>
    <a:custClr name="N-Yellow 100">
      <a:srgbClr val="FFDB66"/>
    </a:custClr>
    <a:custClr name="O-Orange 150">
      <a:srgbClr val="B22000"/>
    </a:custClr>
    <a:custClr name="P-Orange 100">
      <a:srgbClr val="E42600"/>
    </a:custClr>
    <a:custClr name="Q-Orange">
      <a:srgbClr val="FF7A00"/>
    </a:custClr>
    <a:custClr name="R-Grey 100">
      <a:srgbClr val="949494"/>
    </a:custClr>
    <a:custClr name="S-Grey 50">
      <a:srgbClr val="E8E8E8"/>
    </a:custClr>
    <a:custClr name="T-Black">
      <a:srgbClr val="000000"/>
    </a:custClr>
    <a:custClr name="U-Text Grey">
      <a:srgbClr val="2E404D"/>
    </a:custClr>
  </a:custClrLst>
  <a:extLst>
    <a:ext uri="{05A4C25C-085E-4340-85A3-A5531E510DB2}">
      <thm15:themeFamily xmlns:thm15="http://schemas.microsoft.com/office/thememl/2012/main" name="NTT DATA Global Template 2023.pptx" id="{50B09135-429B-4DD7-8CB6-BB6B33CABB82}" vid="{75706B19-7189-4DEA-8903-AB4987060DC3}"/>
    </a:ext>
  </a:extLst>
</a:theme>
</file>

<file path=ppt/theme/theme3.xml><?xml version="1.0" encoding="utf-8"?>
<a:theme xmlns:a="http://schemas.openxmlformats.org/drawingml/2006/main" name="Office Theme">
  <a:themeElements>
    <a:clrScheme name="ntt">
      <a:dk1>
        <a:srgbClr val="000000"/>
      </a:dk1>
      <a:lt1>
        <a:srgbClr val="FFFFFF"/>
      </a:lt1>
      <a:dk2>
        <a:srgbClr val="404040"/>
      </a:dk2>
      <a:lt2>
        <a:srgbClr val="DEE8F4"/>
      </a:lt2>
      <a:accent1>
        <a:srgbClr val="6785C1"/>
      </a:accent1>
      <a:accent2>
        <a:srgbClr val="0F1C50"/>
      </a:accent2>
      <a:accent3>
        <a:srgbClr val="0080B1"/>
      </a:accent3>
      <a:accent4>
        <a:srgbClr val="E6B600"/>
      </a:accent4>
      <a:accent5>
        <a:srgbClr val="BC4328"/>
      </a:accent5>
      <a:accent6>
        <a:srgbClr val="7F7F7F"/>
      </a:accent6>
      <a:hlink>
        <a:srgbClr val="6785C1"/>
      </a:hlink>
      <a:folHlink>
        <a:srgbClr val="0F1C50"/>
      </a:folHlink>
    </a:clrScheme>
    <a:fontScheme name="Benutzerdefiniert 13">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ntt">
      <a:dk1>
        <a:srgbClr val="000000"/>
      </a:dk1>
      <a:lt1>
        <a:srgbClr val="FFFFFF"/>
      </a:lt1>
      <a:dk2>
        <a:srgbClr val="404040"/>
      </a:dk2>
      <a:lt2>
        <a:srgbClr val="DEE8F4"/>
      </a:lt2>
      <a:accent1>
        <a:srgbClr val="6785C1"/>
      </a:accent1>
      <a:accent2>
        <a:srgbClr val="0F1C50"/>
      </a:accent2>
      <a:accent3>
        <a:srgbClr val="0080B1"/>
      </a:accent3>
      <a:accent4>
        <a:srgbClr val="E6B600"/>
      </a:accent4>
      <a:accent5>
        <a:srgbClr val="BC4328"/>
      </a:accent5>
      <a:accent6>
        <a:srgbClr val="7F7F7F"/>
      </a:accent6>
      <a:hlink>
        <a:srgbClr val="6785C1"/>
      </a:hlink>
      <a:folHlink>
        <a:srgbClr val="0F1C50"/>
      </a:folHlink>
    </a:clrScheme>
    <a:fontScheme name="Benutzerdefiniert 12">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file>

<file path=customXml/item2.xml><?xml version="1.0" encoding="utf-8"?>
<?mso-contentType ?>
<spe:Receivers xmlns:spe="http://schemas.microsoft.com/sharepoint/events"/>
</file>

<file path=customXml/item3.xml><?xml version="1.0" encoding="utf-8"?>
<ct:contentTypeSchema xmlns:ct="http://schemas.microsoft.com/office/2006/metadata/contentType" xmlns:ma="http://schemas.microsoft.com/office/2006/metadata/properties/metaAttributes" ct:_="" ma:_="" ma:contentTypeName="Itelligence Document" ma:contentTypeID="0x01010089C2FF6567349246B4FB509CC374CB9F00BE4F35500B2F144E950DA7733B1D3251" ma:contentTypeVersion="63" ma:contentTypeDescription="" ma:contentTypeScope="" ma:versionID="340c9ad95967e03c975055846ed2bbc2">
  <xsd:schema xmlns:xsd="http://www.w3.org/2001/XMLSchema" xmlns:xs="http://www.w3.org/2001/XMLSchema" xmlns:p="http://schemas.microsoft.com/office/2006/metadata/properties" xmlns:ns2="e36e6df3-235d-4149-b3b0-aff77b35886d" xmlns:ns3="ef2e8707-ad96-49d5-b011-083d7a18bea8" xmlns:ns4="http://schemas.microsoft.com/sharepoint/v4" targetNamespace="http://schemas.microsoft.com/office/2006/metadata/properties" ma:root="true" ma:fieldsID="36bb937e613a5cabeffbaa601f1e8d52" ns2:_="" ns3:_="" ns4:_="">
    <xsd:import namespace="e36e6df3-235d-4149-b3b0-aff77b35886d"/>
    <xsd:import namespace="ef2e8707-ad96-49d5-b011-083d7a18bea8"/>
    <xsd:import namespace="http://schemas.microsoft.com/sharepoint/v4"/>
    <xsd:element name="properties">
      <xsd:complexType>
        <xsd:sequence>
          <xsd:element name="documentManagement">
            <xsd:complexType>
              <xsd:all>
                <xsd:element ref="ns2:CustomerName" minOccurs="0"/>
                <xsd:element ref="ns2:CustomerNumber" minOccurs="0"/>
                <xsd:element ref="ns2:Project" minOccurs="0"/>
                <xsd:element ref="ns2:ProjectNumber" minOccurs="0"/>
                <xsd:element ref="ns2:DocumentNumber" minOccurs="0"/>
                <xsd:element ref="ns2:SubjectArea" minOccurs="0"/>
                <xsd:element ref="ns2:DocumentDescription" minOccurs="0"/>
                <xsd:element ref="ns3:GLOBAL-Asset-Category" minOccurs="0"/>
                <xsd:element ref="ns3:GLOBAL-Industry" minOccurs="0"/>
                <xsd:element ref="ns2:Service1" minOccurs="0"/>
                <xsd:element ref="ns3:PublishingStartDate" minOccurs="0"/>
                <xsd:element ref="ns3:PublishingExpirationDate" minOccurs="0"/>
                <xsd:element ref="ns3:Type_x0020_of_x0020_Document" minOccurs="0"/>
                <xsd:element ref="ns3:Industry_x0020_Segment" minOccurs="0"/>
                <xsd:element ref="ns3:Product" minOccurs="0"/>
                <xsd:element ref="ns3:Submission_x0020_Date" minOccurs="0"/>
                <xsd:element ref="ns3:MediaServiceMetadata" minOccurs="0"/>
                <xsd:element ref="ns3:MediaServiceFastMetadata" minOccurs="0"/>
                <xsd:element ref="ns3:MediaServiceObjectDetectorVersions" minOccurs="0"/>
                <xsd:element ref="ns3:MediaLengthInSeconds" minOccurs="0"/>
                <xsd:element ref="ns3:MediaServiceDateTaken" minOccurs="0"/>
                <xsd:element ref="ns3:lcf76f155ced4ddcb4097134ff3c332f" minOccurs="0"/>
                <xsd:element ref="ns2:TaxCatchAll" minOccurs="0"/>
                <xsd:element ref="ns3:MediaServiceOCR" minOccurs="0"/>
                <xsd:element ref="ns3:MediaServiceGenerationTime" minOccurs="0"/>
                <xsd:element ref="ns3:MediaServiceEventHashCode" minOccurs="0"/>
                <xsd:element ref="ns2:SharedWithUsers" minOccurs="0"/>
                <xsd:element ref="ns2:SharedWithDetails" minOccurs="0"/>
                <xsd:element ref="ns2:_dlc_DocId" minOccurs="0"/>
                <xsd:element ref="ns2:_dlc_DocIdUrl" minOccurs="0"/>
                <xsd:element ref="ns2:_dlc_DocIdPersistId" minOccurs="0"/>
                <xsd:element ref="ns3:MediaServiceSearchProperties" minOccurs="0"/>
                <xsd:element ref="ns4:IconOverlay"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6e6df3-235d-4149-b3b0-aff77b35886d" elementFormDefault="qualified">
    <xsd:import namespace="http://schemas.microsoft.com/office/2006/documentManagement/types"/>
    <xsd:import namespace="http://schemas.microsoft.com/office/infopath/2007/PartnerControls"/>
    <xsd:element name="CustomerName" ma:index="8" nillable="true" ma:displayName="Customer Name" ma:internalName="CustomerName" ma:readOnly="false">
      <xsd:simpleType>
        <xsd:restriction base="dms:Text">
          <xsd:maxLength value="255"/>
        </xsd:restriction>
      </xsd:simpleType>
    </xsd:element>
    <xsd:element name="CustomerNumber" ma:index="9" nillable="true" ma:displayName="Customer Number" ma:hidden="true" ma:internalName="CustomerNumber" ma:readOnly="false">
      <xsd:simpleType>
        <xsd:restriction base="dms:Text">
          <xsd:maxLength value="255"/>
        </xsd:restriction>
      </xsd:simpleType>
    </xsd:element>
    <xsd:element name="Project" ma:index="10" nillable="true" ma:displayName="Project" ma:hidden="true" ma:internalName="Project" ma:readOnly="false">
      <xsd:simpleType>
        <xsd:restriction base="dms:Text">
          <xsd:maxLength value="255"/>
        </xsd:restriction>
      </xsd:simpleType>
    </xsd:element>
    <xsd:element name="ProjectNumber" ma:index="11" nillable="true" ma:displayName="Project Number" ma:hidden="true" ma:internalName="ProjectNumber" ma:readOnly="false">
      <xsd:simpleType>
        <xsd:restriction base="dms:Text">
          <xsd:maxLength value="255"/>
        </xsd:restriction>
      </xsd:simpleType>
    </xsd:element>
    <xsd:element name="DocumentNumber" ma:index="12" nillable="true" ma:displayName="Document Number" ma:hidden="true" ma:internalName="DocumentNumber" ma:readOnly="false">
      <xsd:simpleType>
        <xsd:restriction base="dms:Text">
          <xsd:maxLength value="255"/>
        </xsd:restriction>
      </xsd:simpleType>
    </xsd:element>
    <xsd:element name="SubjectArea" ma:index="13" nillable="true" ma:displayName="Subject Area" ma:hidden="true" ma:internalName="SubjectArea" ma:readOnly="false">
      <xsd:simpleType>
        <xsd:restriction base="dms:Text">
          <xsd:maxLength value="255"/>
        </xsd:restriction>
      </xsd:simpleType>
    </xsd:element>
    <xsd:element name="DocumentDescription" ma:index="14" nillable="true" ma:displayName="Document Description" ma:internalName="DocumentDescription" ma:readOnly="false">
      <xsd:simpleType>
        <xsd:restriction base="dms:Note">
          <xsd:maxLength value="255"/>
        </xsd:restriction>
      </xsd:simpleType>
    </xsd:element>
    <xsd:element name="Service1" ma:index="17" nillable="true" ma:displayName="Service" ma:internalName="Service1" ma:readOnly="false">
      <xsd:complexType>
        <xsd:complexContent>
          <xsd:extension base="dms:MultiChoice">
            <xsd:sequence>
              <xsd:element name="Value" maxOccurs="unbounded" minOccurs="0" nillable="true">
                <xsd:simpleType>
                  <xsd:restriction base="dms:Choice">
                    <xsd:enumeration value="Application Management"/>
                    <xsd:enumeration value="Consulting"/>
                    <xsd:enumeration value="General"/>
                    <xsd:enumeration value="Hosting"/>
                    <xsd:enumeration value="Implementation"/>
                  </xsd:restriction>
                </xsd:simpleType>
              </xsd:element>
            </xsd:sequence>
          </xsd:extension>
        </xsd:complexContent>
      </xsd:complexType>
    </xsd:element>
    <xsd:element name="TaxCatchAll" ma:index="31" nillable="true" ma:displayName="Taxonomy Catch All Column" ma:hidden="true" ma:list="{48bf61a1-7be1-4585-8178-51a49d7e3da0}" ma:internalName="TaxCatchAll" ma:showField="CatchAllData" ma:web="e36e6df3-235d-4149-b3b0-aff77b35886d">
      <xsd:complexType>
        <xsd:complexContent>
          <xsd:extension base="dms:MultiChoiceLookup">
            <xsd:sequence>
              <xsd:element name="Value" type="dms:Lookup" maxOccurs="unbounded" minOccurs="0" nillable="true"/>
            </xsd:sequence>
          </xsd:extension>
        </xsd:complexContent>
      </xsd:complexType>
    </xsd:element>
    <xsd:element name="SharedWithUsers" ma:index="3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36" nillable="true" ma:displayName="Shared With Details" ma:internalName="SharedWithDetails" ma:readOnly="true">
      <xsd:simpleType>
        <xsd:restriction base="dms:Note">
          <xsd:maxLength value="255"/>
        </xsd:restriction>
      </xsd:simpleType>
    </xsd:element>
    <xsd:element name="_dlc_DocId" ma:index="37" nillable="true" ma:displayName="Document ID Value" ma:description="The value of the document ID assigned to this item." ma:indexed="true" ma:internalName="_dlc_DocId" ma:readOnly="true">
      <xsd:simpleType>
        <xsd:restriction base="dms:Text"/>
      </xsd:simpleType>
    </xsd:element>
    <xsd:element name="_dlc_DocIdUrl" ma:index="38"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39" nillable="true" ma:displayName="Persist ID" ma:description="Keep ID on add."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ef2e8707-ad96-49d5-b011-083d7a18bea8" elementFormDefault="qualified">
    <xsd:import namespace="http://schemas.microsoft.com/office/2006/documentManagement/types"/>
    <xsd:import namespace="http://schemas.microsoft.com/office/infopath/2007/PartnerControls"/>
    <xsd:element name="GLOBAL-Asset-Category" ma:index="15" nillable="true" ma:displayName="GLOBAL-Asset-Category" ma:format="Dropdown" ma:internalName="GLOBAL_x002d_Asset_x002d_Category" ma:readOnly="false">
      <xsd:simpleType>
        <xsd:restriction base="dms:Choice">
          <xsd:enumeration value="Analysis"/>
          <xsd:enumeration value="Certificate"/>
          <xsd:enumeration value="Company Information"/>
          <xsd:enumeration value="Customer Reference"/>
          <xsd:enumeration value="Digital Marketing"/>
          <xsd:enumeration value="Guideline"/>
          <xsd:enumeration value="Image"/>
          <xsd:enumeration value="Industry/Solution Flyer"/>
          <xsd:enumeration value="Infographic"/>
          <xsd:enumeration value="Press Release/Article"/>
          <xsd:enumeration value="Sample Text and Graphic"/>
          <xsd:enumeration value="Template"/>
          <xsd:enumeration value="Video"/>
          <xsd:enumeration value="Whitepaper/Expertpaper"/>
        </xsd:restriction>
      </xsd:simpleType>
    </xsd:element>
    <xsd:element name="GLOBAL-Industry" ma:index="16" nillable="true" ma:displayName="GLOBAL-Industry" ma:format="Dropdown" ma:internalName="GLOBAL_x002d_Industry" ma:readOnly="false">
      <xsd:simpleType>
        <xsd:restriction base="dms:Choice">
          <xsd:enumeration value="Aerospace and Defense"/>
          <xsd:enumeration value="Agriculture"/>
          <xsd:enumeration value="Automotive"/>
          <xsd:enumeration value="Chemicals"/>
          <xsd:enumeration value="Consumer Goods (non-food)"/>
          <xsd:enumeration value="Consumer Products (food)"/>
          <xsd:enumeration value="Cross-Industry"/>
          <xsd:enumeration value="Education"/>
          <xsd:enumeration value="Electronics and High Tech"/>
          <xsd:enumeration value="Engineering and Construction"/>
          <xsd:enumeration value="Healthcare and Life Science"/>
          <xsd:enumeration value="Industrial Machinery and Components"/>
          <xsd:enumeration value="Jewelry"/>
          <xsd:enumeration value="Metal (Steel) and Foundry"/>
          <xsd:enumeration value="Metal and Synthetic Materials Processing"/>
          <xsd:enumeration value="Mill Products"/>
          <xsd:enumeration value="Pharma"/>
          <xsd:enumeration value="Public Sector"/>
          <xsd:enumeration value="Real Estate"/>
          <xsd:enumeration value="Retail"/>
          <xsd:enumeration value="Service Providers"/>
          <xsd:enumeration value="Textile"/>
          <xsd:enumeration value="Trade, Wholesale and Distribution"/>
          <xsd:enumeration value="Transportation and Logistics"/>
          <xsd:enumeration value="Utilities"/>
          <xsd:enumeration value="Wood, Furniture and Paper"/>
        </xsd:restriction>
      </xsd:simpleType>
    </xsd:element>
    <xsd:element name="PublishingStartDate" ma:index="18" nillable="true" ma:displayName="Scheduling Start Date" ma:description="Scheduling Start Date is a site column created by the Publishing feature. It is used to specify the date and time on which this page will first appear to site visitors." ma:format="DateTime" ma:hidden="true" ma:internalName="PublishingStartDate" ma:readOnly="false">
      <xsd:simpleType>
        <xsd:restriction base="dms:Unknown"/>
      </xsd:simpleType>
    </xsd:element>
    <xsd:element name="PublishingExpirationDate" ma:index="19" nillable="true" ma:displayName="Scheduling End Date" ma:description="Scheduling End Date is a site column created by the Publishing feature. It is used to specify the date and time on which this page will no longer appear to site visitors." ma:format="DateTime" ma:hidden="true" ma:internalName="PublishingExpirationDate" ma:readOnly="false">
      <xsd:simpleType>
        <xsd:restriction base="dms:Unknown"/>
      </xsd:simpleType>
    </xsd:element>
    <xsd:element name="Type_x0020_of_x0020_Document" ma:index="20" nillable="true" ma:displayName="Type of Document" ma:description="Type of Document" ma:format="Dropdown" ma:internalName="Type_x0020_of_x0020_Document" ma:readOnly="false">
      <xsd:simpleType>
        <xsd:restriction base="dms:Choice">
          <xsd:enumeration value="RFI Response"/>
          <xsd:enumeration value="RFP Response"/>
          <xsd:enumeration value="Proposal - Word"/>
          <xsd:enumeration value="Proposal - PPT"/>
          <xsd:enumeration value="SOW"/>
          <xsd:enumeration value="Renewal Contract"/>
          <xsd:enumeration value="Internal Document"/>
          <xsd:enumeration value="Marketing Collateral"/>
        </xsd:restriction>
      </xsd:simpleType>
    </xsd:element>
    <xsd:element name="Industry_x0020_Segment" ma:index="21" nillable="true" ma:displayName="Industry Segment" ma:description="Industry" ma:internalName="Industry_x0020_Segment" ma:readOnly="false">
      <xsd:simpleType>
        <xsd:restriction base="dms:Text">
          <xsd:maxLength value="255"/>
        </xsd:restriction>
      </xsd:simpleType>
    </xsd:element>
    <xsd:element name="Product" ma:index="22" nillable="true" ma:displayName="Product" ma:description="Product Type" ma:internalName="Product" ma:readOnly="false">
      <xsd:simpleType>
        <xsd:restriction base="dms:Text">
          <xsd:maxLength value="255"/>
        </xsd:restriction>
      </xsd:simpleType>
    </xsd:element>
    <xsd:element name="Submission_x0020_Date" ma:index="23" nillable="true" ma:displayName="Submission Date" ma:description="Final customer submission date" ma:internalName="Submission_x0020_Date" ma:readOnly="false">
      <xsd:simpleType>
        <xsd:restriction base="dms:Text">
          <xsd:maxLength value="255"/>
        </xsd:restriction>
      </xsd:simpleType>
    </xsd:element>
    <xsd:element name="MediaServiceMetadata" ma:index="24" nillable="true" ma:displayName="MediaServiceMetadata" ma:hidden="true" ma:internalName="MediaServiceMetadata" ma:readOnly="true">
      <xsd:simpleType>
        <xsd:restriction base="dms:Note"/>
      </xsd:simpleType>
    </xsd:element>
    <xsd:element name="MediaServiceFastMetadata" ma:index="25" nillable="true" ma:displayName="MediaServiceFastMetadata" ma:hidden="true" ma:internalName="MediaServiceFastMetadata" ma:readOnly="true">
      <xsd:simpleType>
        <xsd:restriction base="dms:Note"/>
      </xsd:simpleType>
    </xsd:element>
    <xsd:element name="MediaServiceObjectDetectorVersions" ma:index="26" nillable="true" ma:displayName="MediaServiceObjectDetectorVersions" ma:hidden="true" ma:indexed="true" ma:internalName="MediaServiceObjectDetectorVersions"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MediaServiceDateTaken" ma:index="28" nillable="true" ma:displayName="MediaServiceDateTaken" ma:hidden="true" ma:indexed="true" ma:internalName="MediaServiceDateTaken" ma:readOnly="true">
      <xsd:simpleType>
        <xsd:restriction base="dms:Text"/>
      </xsd:simpleType>
    </xsd:element>
    <xsd:element name="lcf76f155ced4ddcb4097134ff3c332f" ma:index="30" nillable="true" ma:taxonomy="true" ma:internalName="lcf76f155ced4ddcb4097134ff3c332f" ma:taxonomyFieldName="MediaServiceImageTags" ma:displayName="Image Tags" ma:readOnly="false" ma:fieldId="{5cf76f15-5ced-4ddc-b409-7134ff3c332f}" ma:taxonomyMulti="true" ma:sspId="2444951b-1b3b-4f09-8d96-1e2cbb0c2961" ma:termSetId="09814cd3-568e-fe90-9814-8d621ff8fb84" ma:anchorId="fba54fb3-c3e1-fe81-a776-ca4b69148c4d" ma:open="true" ma:isKeyword="false">
      <xsd:complexType>
        <xsd:sequence>
          <xsd:element ref="pc:Terms" minOccurs="0" maxOccurs="1"/>
        </xsd:sequence>
      </xsd:complexType>
    </xsd:element>
    <xsd:element name="MediaServiceOCR" ma:index="32" nillable="true" ma:displayName="Extracted Text" ma:internalName="MediaServiceOCR" ma:readOnly="true">
      <xsd:simpleType>
        <xsd:restriction base="dms:Note">
          <xsd:maxLength value="255"/>
        </xsd:restriction>
      </xsd:simpleType>
    </xsd:element>
    <xsd:element name="MediaServiceGenerationTime" ma:index="33" nillable="true" ma:displayName="MediaServiceGenerationTime" ma:hidden="true" ma:internalName="MediaServiceGenerationTime" ma:readOnly="true">
      <xsd:simpleType>
        <xsd:restriction base="dms:Text"/>
      </xsd:simpleType>
    </xsd:element>
    <xsd:element name="MediaServiceEventHashCode" ma:index="34" nillable="true" ma:displayName="MediaServiceEventHashCode" ma:hidden="true" ma:internalName="MediaServiceEventHashCode" ma:readOnly="true">
      <xsd:simpleType>
        <xsd:restriction base="dms:Text"/>
      </xsd:simpleType>
    </xsd:element>
    <xsd:element name="MediaServiceSearchProperties" ma:index="40" nillable="true" ma:displayName="MediaServiceSearchProperties" ma:hidden="true" ma:internalName="MediaServiceSearchProperties" ma:readOnly="true">
      <xsd:simpleType>
        <xsd:restriction base="dms:Note"/>
      </xsd:simpleType>
    </xsd:element>
    <xsd:element name="MediaServiceBillingMetadata" ma:index="42"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41" nillable="true" ma:displayName="IconOverlay" ma:hidden="true" ma:internalName="IconOverlay">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p:properties xmlns:p="http://schemas.microsoft.com/office/2006/metadata/properties" xmlns:xsi="http://www.w3.org/2001/XMLSchema-instance" xmlns:pc="http://schemas.microsoft.com/office/infopath/2007/PartnerControls">
  <documentManagement>
    <lcf76f155ced4ddcb4097134ff3c332f xmlns="ef2e8707-ad96-49d5-b011-083d7a18bea8">
      <Terms xmlns="http://schemas.microsoft.com/office/infopath/2007/PartnerControls"/>
    </lcf76f155ced4ddcb4097134ff3c332f>
    <TaxCatchAll xmlns="e36e6df3-235d-4149-b3b0-aff77b35886d" xsi:nil="true"/>
    <DocumentDescription xmlns="e36e6df3-235d-4149-b3b0-aff77b35886d" xsi:nil="true"/>
    <IconOverlay xmlns="http://schemas.microsoft.com/sharepoint/v4" xsi:nil="true"/>
    <PublishingStartDate xmlns="ef2e8707-ad96-49d5-b011-083d7a18bea8" xsi:nil="true"/>
    <Industry_x0020_Segment xmlns="ef2e8707-ad96-49d5-b011-083d7a18bea8" xsi:nil="true"/>
    <CustomerName xmlns="e36e6df3-235d-4149-b3b0-aff77b35886d" xsi:nil="true"/>
    <Service1 xmlns="e36e6df3-235d-4149-b3b0-aff77b35886d" xsi:nil="true"/>
    <GLOBAL-Industry xmlns="ef2e8707-ad96-49d5-b011-083d7a18bea8" xsi:nil="true"/>
    <CustomerNumber xmlns="e36e6df3-235d-4149-b3b0-aff77b35886d" xsi:nil="true"/>
    <Type_x0020_of_x0020_Document xmlns="ef2e8707-ad96-49d5-b011-083d7a18bea8" xsi:nil="true"/>
    <PublishingExpirationDate xmlns="ef2e8707-ad96-49d5-b011-083d7a18bea8" xsi:nil="true"/>
    <Project xmlns="e36e6df3-235d-4149-b3b0-aff77b35886d" xsi:nil="true"/>
    <Product xmlns="ef2e8707-ad96-49d5-b011-083d7a18bea8" xsi:nil="true"/>
    <GLOBAL-Asset-Category xmlns="ef2e8707-ad96-49d5-b011-083d7a18bea8" xsi:nil="true"/>
    <DocumentNumber xmlns="e36e6df3-235d-4149-b3b0-aff77b35886d" xsi:nil="true"/>
    <Submission_x0020_Date xmlns="ef2e8707-ad96-49d5-b011-083d7a18bea8" xsi:nil="true"/>
    <ProjectNumber xmlns="e36e6df3-235d-4149-b3b0-aff77b35886d" xsi:nil="true"/>
    <SubjectArea xmlns="e36e6df3-235d-4149-b3b0-aff77b35886d" xsi:nil="true"/>
  </documentManagement>
</p:properties>
</file>

<file path=customXml/itemProps1.xml><?xml version="1.0" encoding="utf-8"?>
<ds:datastoreItem xmlns:ds="http://schemas.openxmlformats.org/officeDocument/2006/customXml" ds:itemID="{32851312-80F3-42DA-AEB7-2008819D6B55}">
  <ds:schemaRefs>
    <ds:schemaRef ds:uri="http://schemas.microsoft.com/sharepoint/v3/contenttype/forms"/>
  </ds:schemaRefs>
</ds:datastoreItem>
</file>

<file path=customXml/itemProps2.xml><?xml version="1.0" encoding="utf-8"?>
<ds:datastoreItem xmlns:ds="http://schemas.openxmlformats.org/officeDocument/2006/customXml" ds:itemID="{9380712A-B33E-4AFC-92FB-39204F04052B}">
  <ds:schemaRefs>
    <ds:schemaRef ds:uri="http://schemas.microsoft.com/sharepoint/events"/>
  </ds:schemaRefs>
</ds:datastoreItem>
</file>

<file path=customXml/itemProps3.xml><?xml version="1.0" encoding="utf-8"?>
<ds:datastoreItem xmlns:ds="http://schemas.openxmlformats.org/officeDocument/2006/customXml" ds:itemID="{29066E1D-81D9-42F6-B8E3-AB72BA24DA0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36e6df3-235d-4149-b3b0-aff77b35886d"/>
    <ds:schemaRef ds:uri="ef2e8707-ad96-49d5-b011-083d7a18bea8"/>
    <ds:schemaRef ds:uri="http://schemas.microsoft.com/sharepoint/v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6144343E-4CC8-4AAF-8318-2DDA6BE56C2B}">
  <ds:schemaRefs>
    <ds:schemaRef ds:uri="e36e6df3-235d-4149-b3b0-aff77b35886d"/>
    <ds:schemaRef ds:uri="ef2e8707-ad96-49d5-b011-083d7a18bea8"/>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4"/>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ec3fe26b-7d76-4b37-8465-ecc347eca3f0}" enabled="1" method="Standard" siteId="{46c4de19-0ffc-4c54-aa86-ee7274afa9d7}" removed="0"/>
</clbl:labelList>
</file>

<file path=docProps/app.xml><?xml version="1.0" encoding="utf-8"?>
<Properties xmlns="http://schemas.openxmlformats.org/officeDocument/2006/extended-properties" xmlns:vt="http://schemas.openxmlformats.org/officeDocument/2006/docPropsVTypes">
  <Template/>
  <TotalTime>0</TotalTime>
  <Words>1220</Words>
  <Application>Microsoft Office PowerPoint</Application>
  <PresentationFormat>Widescreen</PresentationFormat>
  <Paragraphs>106</Paragraphs>
  <Slides>8</Slides>
  <Notes>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8</vt:i4>
      </vt:variant>
    </vt:vector>
  </HeadingPairs>
  <TitlesOfParts>
    <vt:vector size="16" baseType="lpstr">
      <vt:lpstr>Aptos</vt:lpstr>
      <vt:lpstr>Arial</vt:lpstr>
      <vt:lpstr>Georgia</vt:lpstr>
      <vt:lpstr>Roboto</vt:lpstr>
      <vt:lpstr>Times</vt:lpstr>
      <vt:lpstr>Wingdings</vt:lpstr>
      <vt:lpstr>NTT DATA LIGHT </vt:lpstr>
      <vt:lpstr>NTT DATA DARK </vt:lpstr>
      <vt:lpstr>AI Navigator</vt:lpstr>
      <vt:lpstr>Introduction/ Stakeholders </vt:lpstr>
      <vt:lpstr>Business Statement &amp; Solution</vt:lpstr>
      <vt:lpstr>Dataflow &amp; Types</vt:lpstr>
      <vt:lpstr>Architecture – LLM Based</vt:lpstr>
      <vt:lpstr>Technicality</vt:lpstr>
      <vt:lpstr>PowerPoint Presentation</vt:lpstr>
      <vt:lpstr>Copyright NTT DATA Business Solutions AG – All Rights Reserved</vt:lpstr>
    </vt:vector>
  </TitlesOfParts>
  <Company>NTT DATA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NTT DATA Slide Library</dc:title>
  <dc:creator>Moritz Bulla</dc:creator>
  <cp:keywords/>
  <cp:lastModifiedBy>Pottapalli, Ashok</cp:lastModifiedBy>
  <cp:revision>7</cp:revision>
  <dcterms:created xsi:type="dcterms:W3CDTF">2023-11-03T10:22:31Z</dcterms:created>
  <dcterms:modified xsi:type="dcterms:W3CDTF">2026-03-12T09:42:54Z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637e5cc-ed1f-4ad6-a881-35c0f1c6f3d8_Enabled">
    <vt:lpwstr>true</vt:lpwstr>
  </property>
  <property fmtid="{D5CDD505-2E9C-101B-9397-08002B2CF9AE}" pid="3" name="MSIP_Label_4637e5cc-ed1f-4ad6-a881-35c0f1c6f3d8_SetDate">
    <vt:lpwstr>2023-10-06T08:29:05Z</vt:lpwstr>
  </property>
  <property fmtid="{D5CDD505-2E9C-101B-9397-08002B2CF9AE}" pid="4" name="MSIP_Label_4637e5cc-ed1f-4ad6-a881-35c0f1c6f3d8_Method">
    <vt:lpwstr>Standard</vt:lpwstr>
  </property>
  <property fmtid="{D5CDD505-2E9C-101B-9397-08002B2CF9AE}" pid="5" name="MSIP_Label_4637e5cc-ed1f-4ad6-a881-35c0f1c6f3d8_Name">
    <vt:lpwstr>General</vt:lpwstr>
  </property>
  <property fmtid="{D5CDD505-2E9C-101B-9397-08002B2CF9AE}" pid="6" name="MSIP_Label_4637e5cc-ed1f-4ad6-a881-35c0f1c6f3d8_SiteId">
    <vt:lpwstr>e3cf3c98-a978-465f-8254-9d541eeea73c</vt:lpwstr>
  </property>
  <property fmtid="{D5CDD505-2E9C-101B-9397-08002B2CF9AE}" pid="7" name="MSIP_Label_4637e5cc-ed1f-4ad6-a881-35c0f1c6f3d8_ActionId">
    <vt:lpwstr>0d11dad3-86e1-48a7-998b-d249292d9478</vt:lpwstr>
  </property>
  <property fmtid="{D5CDD505-2E9C-101B-9397-08002B2CF9AE}" pid="8" name="MSIP_Label_4637e5cc-ed1f-4ad6-a881-35c0f1c6f3d8_ContentBits">
    <vt:lpwstr>0</vt:lpwstr>
  </property>
  <property fmtid="{D5CDD505-2E9C-101B-9397-08002B2CF9AE}" pid="9" name="ContentTypeId">
    <vt:lpwstr>0x01010089C2FF6567349246B4FB509CC374CB9F00BE4F35500B2F144E950DA7733B1D3251</vt:lpwstr>
  </property>
  <property fmtid="{D5CDD505-2E9C-101B-9397-08002B2CF9AE}" pid="10" name="MediaServiceImageTags">
    <vt:lpwstr/>
  </property>
  <property fmtid="{D5CDD505-2E9C-101B-9397-08002B2CF9AE}" pid="11" name="ClassificationContentMarkingHeaderLocations">
    <vt:lpwstr>NTT DATA LIGHT :8\NTT DATA DARK :4</vt:lpwstr>
  </property>
  <property fmtid="{D5CDD505-2E9C-101B-9397-08002B2CF9AE}" pid="12" name="ClassificationContentMarkingHeaderText">
    <vt:lpwstr>RESTRICTED</vt:lpwstr>
  </property>
</Properties>
</file>